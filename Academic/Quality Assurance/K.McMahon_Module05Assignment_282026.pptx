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561" autoAdjust="0"/>
  </p:normalViewPr>
  <p:slideViewPr>
    <p:cSldViewPr snapToGrid="0">
      <p:cViewPr varScale="1">
        <p:scale>
          <a:sx n="88" d="100"/>
          <a:sy n="88" d="100"/>
        </p:scale>
        <p:origin x="756" y="60"/>
      </p:cViewPr>
      <p:guideLst/>
    </p:cSldViewPr>
  </p:slideViewPr>
  <p:notesTextViewPr>
    <p:cViewPr>
      <p:scale>
        <a:sx n="1" d="1"/>
        <a:sy n="1" d="1"/>
      </p:scale>
      <p:origin x="0" y="-18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ata2.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ata3.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diagrams/_rels/data4.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svg"/><Relationship Id="rId1" Type="http://schemas.openxmlformats.org/officeDocument/2006/relationships/image" Target="../media/image1.png"/><Relationship Id="rId6" Type="http://schemas.openxmlformats.org/officeDocument/2006/relationships/image" Target="../media/image36.svg"/><Relationship Id="rId5" Type="http://schemas.openxmlformats.org/officeDocument/2006/relationships/image" Target="../media/image35.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s>
</file>

<file path=ppt/diagrams/_rels/data5.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image" Target="../media/image42.png"/><Relationship Id="rId4" Type="http://schemas.openxmlformats.org/officeDocument/2006/relationships/image" Target="../media/image45.png"/></Relationships>
</file>

<file path=ppt/diagrams/_rels/data6.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9.png"/><Relationship Id="rId7" Type="http://schemas.openxmlformats.org/officeDocument/2006/relationships/image" Target="../media/image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32.svg"/><Relationship Id="rId5" Type="http://schemas.openxmlformats.org/officeDocument/2006/relationships/image" Target="../media/image1.png"/><Relationship Id="rId10" Type="http://schemas.openxmlformats.org/officeDocument/2006/relationships/image" Target="../media/image53.svg"/><Relationship Id="rId4" Type="http://schemas.openxmlformats.org/officeDocument/2006/relationships/image" Target="../media/image50.svg"/><Relationship Id="rId9" Type="http://schemas.openxmlformats.org/officeDocument/2006/relationships/image" Target="../media/image5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rawing3.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diagrams/_rels/drawing4.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svg"/><Relationship Id="rId1" Type="http://schemas.openxmlformats.org/officeDocument/2006/relationships/image" Target="../media/image1.png"/><Relationship Id="rId6" Type="http://schemas.openxmlformats.org/officeDocument/2006/relationships/image" Target="../media/image36.svg"/><Relationship Id="rId5" Type="http://schemas.openxmlformats.org/officeDocument/2006/relationships/image" Target="../media/image35.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s>
</file>

<file path=ppt/diagrams/_rels/drawing5.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image" Target="../media/image42.png"/><Relationship Id="rId4" Type="http://schemas.openxmlformats.org/officeDocument/2006/relationships/image" Target="../media/image45.png"/></Relationships>
</file>

<file path=ppt/diagrams/_rels/drawing6.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9.png"/><Relationship Id="rId7" Type="http://schemas.openxmlformats.org/officeDocument/2006/relationships/image" Target="../media/image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32.svg"/><Relationship Id="rId5" Type="http://schemas.openxmlformats.org/officeDocument/2006/relationships/image" Target="../media/image1.png"/><Relationship Id="rId10" Type="http://schemas.openxmlformats.org/officeDocument/2006/relationships/image" Target="../media/image53.svg"/><Relationship Id="rId4" Type="http://schemas.openxmlformats.org/officeDocument/2006/relationships/image" Target="../media/image50.svg"/><Relationship Id="rId9" Type="http://schemas.openxmlformats.org/officeDocument/2006/relationships/image" Target="../media/image52.pn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dgm:fillClrLst>
    <dgm:linClrLst meth="repeat">
      <a:schemeClr val="lt1">
        <a:alpha val="0"/>
      </a:schemeClr>
    </dgm:linClrLst>
    <dgm:effectClrLst/>
    <dgm:txLinClrLst/>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coloredtext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0"/>
      </a:schemeClr>
    </dgm:fillClrLst>
    <dgm:linClrLst>
      <a:schemeClr val="accent2"/>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a:schemeClr val="accent2"/>
      <a:schemeClr val="accent3"/>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coloredtext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dk2">
        <a:alpha val="0"/>
      </a:schemeClr>
    </dgm:fillClrLst>
    <dgm:linClrLst meth="repeat">
      <a:schemeClr val="dk2">
        <a:alpha val="0"/>
      </a:schemeClr>
    </dgm:linClrLst>
    <dgm:effectClrLst/>
    <dgm:txLinClrLst/>
    <dgm:txFillClrLst meth="repeat">
      <a:schemeClr val="dk2"/>
    </dgm:txFillClrLst>
    <dgm:txEffectClrLst/>
  </dgm:styleLbl>
</dgm:colorsDef>
</file>

<file path=ppt/diagrams/data1.xml><?xml version="1.0" encoding="utf-8"?>
<dgm:dataModel xmlns:dgm="http://schemas.openxmlformats.org/drawingml/2006/diagram" xmlns:a="http://schemas.openxmlformats.org/drawingml/2006/main">
  <dgm:ptLst>
    <dgm:pt modelId="{D9898FD8-44A0-47C3-993D-98854C536D45}"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EBE26709-6CF9-406A-A76D-1826AF4503AA}">
      <dgm:prSet/>
      <dgm:spPr/>
      <dgm:t>
        <a:bodyPr/>
        <a:lstStyle/>
        <a:p>
          <a:pPr>
            <a:defRPr cap="all"/>
          </a:pPr>
          <a:r>
            <a:rPr lang="en-US"/>
            <a:t>Runs test steps automatically and compares actual results to expected results</a:t>
          </a:r>
        </a:p>
      </dgm:t>
    </dgm:pt>
    <dgm:pt modelId="{73CCF2CA-ADB7-4A51-8C75-93B93BB8171C}" type="parTrans" cxnId="{42ED22AE-3091-4D3C-9D43-26936A979FF9}">
      <dgm:prSet/>
      <dgm:spPr/>
      <dgm:t>
        <a:bodyPr/>
        <a:lstStyle/>
        <a:p>
          <a:endParaRPr lang="en-US"/>
        </a:p>
      </dgm:t>
    </dgm:pt>
    <dgm:pt modelId="{DE038958-0433-4BCB-9BC1-D025BEE13426}" type="sibTrans" cxnId="{42ED22AE-3091-4D3C-9D43-26936A979FF9}">
      <dgm:prSet/>
      <dgm:spPr/>
      <dgm:t>
        <a:bodyPr/>
        <a:lstStyle/>
        <a:p>
          <a:endParaRPr lang="en-US"/>
        </a:p>
      </dgm:t>
    </dgm:pt>
    <dgm:pt modelId="{4CFC9222-FFB5-4D9F-BFE7-386989EE9BEF}">
      <dgm:prSet/>
      <dgm:spPr/>
      <dgm:t>
        <a:bodyPr/>
        <a:lstStyle/>
        <a:p>
          <a:pPr>
            <a:defRPr cap="all"/>
          </a:pPr>
          <a:r>
            <a:rPr lang="en-US"/>
            <a:t>Supports repeatable regression checks after code changes</a:t>
          </a:r>
        </a:p>
      </dgm:t>
    </dgm:pt>
    <dgm:pt modelId="{46F95F2B-9CC9-493D-8392-8B9183C448A2}" type="parTrans" cxnId="{DD5C812C-7748-4C75-9EBB-FCE50A9CD627}">
      <dgm:prSet/>
      <dgm:spPr/>
      <dgm:t>
        <a:bodyPr/>
        <a:lstStyle/>
        <a:p>
          <a:endParaRPr lang="en-US"/>
        </a:p>
      </dgm:t>
    </dgm:pt>
    <dgm:pt modelId="{3DF8B6D2-A939-42D1-A6B8-4F5FA985626C}" type="sibTrans" cxnId="{DD5C812C-7748-4C75-9EBB-FCE50A9CD627}">
      <dgm:prSet/>
      <dgm:spPr/>
      <dgm:t>
        <a:bodyPr/>
        <a:lstStyle/>
        <a:p>
          <a:endParaRPr lang="en-US"/>
        </a:p>
      </dgm:t>
    </dgm:pt>
    <dgm:pt modelId="{167C0B41-2CC1-44E0-BC7C-F45DECBF8D81}">
      <dgm:prSet/>
      <dgm:spPr/>
      <dgm:t>
        <a:bodyPr/>
        <a:lstStyle/>
        <a:p>
          <a:pPr>
            <a:defRPr cap="all"/>
          </a:pPr>
          <a:r>
            <a:rPr lang="en-US"/>
            <a:t>Scales testing across many inputs and browsers when needed</a:t>
          </a:r>
        </a:p>
      </dgm:t>
    </dgm:pt>
    <dgm:pt modelId="{DA35D48A-FB3E-4C36-BF8C-F1847C8C13C5}" type="parTrans" cxnId="{D1BE809C-C14E-4025-A775-9F97FA3A62CF}">
      <dgm:prSet/>
      <dgm:spPr/>
      <dgm:t>
        <a:bodyPr/>
        <a:lstStyle/>
        <a:p>
          <a:endParaRPr lang="en-US"/>
        </a:p>
      </dgm:t>
    </dgm:pt>
    <dgm:pt modelId="{93FEDB5A-1FF6-461B-982C-B89E340E8DDB}" type="sibTrans" cxnId="{D1BE809C-C14E-4025-A775-9F97FA3A62CF}">
      <dgm:prSet/>
      <dgm:spPr/>
      <dgm:t>
        <a:bodyPr/>
        <a:lstStyle/>
        <a:p>
          <a:endParaRPr lang="en-US"/>
        </a:p>
      </dgm:t>
    </dgm:pt>
    <dgm:pt modelId="{A0AFFEEF-D7E0-4BB7-B79A-1D4BA70AA4EA}">
      <dgm:prSet/>
      <dgm:spPr/>
      <dgm:t>
        <a:bodyPr/>
        <a:lstStyle/>
        <a:p>
          <a:pPr>
            <a:defRPr cap="all"/>
          </a:pPr>
          <a:r>
            <a:rPr lang="en-US"/>
            <a:t>Standardizes how tests are written, organized, executed, and reported</a:t>
          </a:r>
        </a:p>
      </dgm:t>
    </dgm:pt>
    <dgm:pt modelId="{3681431D-4EFF-4194-B573-9C95639FA715}" type="parTrans" cxnId="{C2077DAC-0AA7-4808-B5EF-6E554AC1444B}">
      <dgm:prSet/>
      <dgm:spPr/>
      <dgm:t>
        <a:bodyPr/>
        <a:lstStyle/>
        <a:p>
          <a:endParaRPr lang="en-US"/>
        </a:p>
      </dgm:t>
    </dgm:pt>
    <dgm:pt modelId="{BB825178-5DD3-498A-9787-F468B9470BE0}" type="sibTrans" cxnId="{C2077DAC-0AA7-4808-B5EF-6E554AC1444B}">
      <dgm:prSet/>
      <dgm:spPr/>
      <dgm:t>
        <a:bodyPr/>
        <a:lstStyle/>
        <a:p>
          <a:endParaRPr lang="en-US"/>
        </a:p>
      </dgm:t>
    </dgm:pt>
    <dgm:pt modelId="{4523B5A6-7B59-4883-8347-3541B38182F2}">
      <dgm:prSet/>
      <dgm:spPr/>
      <dgm:t>
        <a:bodyPr/>
        <a:lstStyle/>
        <a:p>
          <a:pPr>
            <a:defRPr cap="all"/>
          </a:pPr>
          <a:r>
            <a:rPr lang="en-US"/>
            <a:t>Reduces manual effort over time, but requires upfront setup and ongoing maintenance</a:t>
          </a:r>
        </a:p>
      </dgm:t>
    </dgm:pt>
    <dgm:pt modelId="{A0C0DC65-5535-4688-AF62-E09B684167B8}" type="parTrans" cxnId="{955AD35F-5405-4173-87A4-86E98FD763C4}">
      <dgm:prSet/>
      <dgm:spPr/>
      <dgm:t>
        <a:bodyPr/>
        <a:lstStyle/>
        <a:p>
          <a:endParaRPr lang="en-US"/>
        </a:p>
      </dgm:t>
    </dgm:pt>
    <dgm:pt modelId="{7534A649-EAD3-487F-B997-B3DF6FF203A7}" type="sibTrans" cxnId="{955AD35F-5405-4173-87A4-86E98FD763C4}">
      <dgm:prSet/>
      <dgm:spPr/>
      <dgm:t>
        <a:bodyPr/>
        <a:lstStyle/>
        <a:p>
          <a:endParaRPr lang="en-US"/>
        </a:p>
      </dgm:t>
    </dgm:pt>
    <dgm:pt modelId="{6A97D896-E2D9-40FB-A776-28FC359E5569}" type="pres">
      <dgm:prSet presAssocID="{D9898FD8-44A0-47C3-993D-98854C536D45}" presName="root" presStyleCnt="0">
        <dgm:presLayoutVars>
          <dgm:dir/>
          <dgm:resizeHandles val="exact"/>
        </dgm:presLayoutVars>
      </dgm:prSet>
      <dgm:spPr/>
    </dgm:pt>
    <dgm:pt modelId="{3DD6F725-B48D-4F8B-B954-274EA345D1C9}" type="pres">
      <dgm:prSet presAssocID="{EBE26709-6CF9-406A-A76D-1826AF4503AA}" presName="compNode" presStyleCnt="0"/>
      <dgm:spPr/>
    </dgm:pt>
    <dgm:pt modelId="{ED095AF5-8A52-4BDF-A54F-18213F977C9A}" type="pres">
      <dgm:prSet presAssocID="{EBE26709-6CF9-406A-A76D-1826AF4503AA}" presName="iconBgRect" presStyleLbl="bgShp" presStyleIdx="0" presStyleCnt="5"/>
      <dgm:spPr>
        <a:prstGeom prst="round2DiagRect">
          <a:avLst>
            <a:gd name="adj1" fmla="val 29727"/>
            <a:gd name="adj2" fmla="val 0"/>
          </a:avLst>
        </a:prstGeom>
      </dgm:spPr>
    </dgm:pt>
    <dgm:pt modelId="{3B0C3DCD-DB37-4C68-8560-53CF71C0AF9C}" type="pres">
      <dgm:prSet presAssocID="{EBE26709-6CF9-406A-A76D-1826AF4503A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BBEE1BBC-9026-4399-8FBA-4B09113ED467}" type="pres">
      <dgm:prSet presAssocID="{EBE26709-6CF9-406A-A76D-1826AF4503AA}" presName="spaceRect" presStyleCnt="0"/>
      <dgm:spPr/>
    </dgm:pt>
    <dgm:pt modelId="{A0716FB9-B65E-4031-AB8D-43EF63C71B16}" type="pres">
      <dgm:prSet presAssocID="{EBE26709-6CF9-406A-A76D-1826AF4503AA}" presName="textRect" presStyleLbl="revTx" presStyleIdx="0" presStyleCnt="5">
        <dgm:presLayoutVars>
          <dgm:chMax val="1"/>
          <dgm:chPref val="1"/>
        </dgm:presLayoutVars>
      </dgm:prSet>
      <dgm:spPr/>
    </dgm:pt>
    <dgm:pt modelId="{1317315C-DCCC-4753-97A9-284711AFF74B}" type="pres">
      <dgm:prSet presAssocID="{DE038958-0433-4BCB-9BC1-D025BEE13426}" presName="sibTrans" presStyleCnt="0"/>
      <dgm:spPr/>
    </dgm:pt>
    <dgm:pt modelId="{8F5053C9-A384-452E-B17B-98F0E241DD2A}" type="pres">
      <dgm:prSet presAssocID="{4CFC9222-FFB5-4D9F-BFE7-386989EE9BEF}" presName="compNode" presStyleCnt="0"/>
      <dgm:spPr/>
    </dgm:pt>
    <dgm:pt modelId="{68DABE60-8A64-44FA-9BA5-55E3327DFB80}" type="pres">
      <dgm:prSet presAssocID="{4CFC9222-FFB5-4D9F-BFE7-386989EE9BEF}" presName="iconBgRect" presStyleLbl="bgShp" presStyleIdx="1" presStyleCnt="5"/>
      <dgm:spPr>
        <a:prstGeom prst="round2DiagRect">
          <a:avLst>
            <a:gd name="adj1" fmla="val 29727"/>
            <a:gd name="adj2" fmla="val 0"/>
          </a:avLst>
        </a:prstGeom>
      </dgm:spPr>
    </dgm:pt>
    <dgm:pt modelId="{0C97E249-9634-406D-AB6E-306240DDB47C}" type="pres">
      <dgm:prSet presAssocID="{4CFC9222-FFB5-4D9F-BFE7-386989EE9BE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 List"/>
        </a:ext>
      </dgm:extLst>
    </dgm:pt>
    <dgm:pt modelId="{D4B33D21-C4E8-4D6C-9D5F-96106D785F49}" type="pres">
      <dgm:prSet presAssocID="{4CFC9222-FFB5-4D9F-BFE7-386989EE9BEF}" presName="spaceRect" presStyleCnt="0"/>
      <dgm:spPr/>
    </dgm:pt>
    <dgm:pt modelId="{6969A97A-479E-419D-BB25-5077B6EFFF63}" type="pres">
      <dgm:prSet presAssocID="{4CFC9222-FFB5-4D9F-BFE7-386989EE9BEF}" presName="textRect" presStyleLbl="revTx" presStyleIdx="1" presStyleCnt="5">
        <dgm:presLayoutVars>
          <dgm:chMax val="1"/>
          <dgm:chPref val="1"/>
        </dgm:presLayoutVars>
      </dgm:prSet>
      <dgm:spPr/>
    </dgm:pt>
    <dgm:pt modelId="{E6D8F23B-740A-41DC-95D9-74B0E14B2041}" type="pres">
      <dgm:prSet presAssocID="{3DF8B6D2-A939-42D1-A6B8-4F5FA985626C}" presName="sibTrans" presStyleCnt="0"/>
      <dgm:spPr/>
    </dgm:pt>
    <dgm:pt modelId="{69B4303B-B037-4982-9931-39118BF3677A}" type="pres">
      <dgm:prSet presAssocID="{167C0B41-2CC1-44E0-BC7C-F45DECBF8D81}" presName="compNode" presStyleCnt="0"/>
      <dgm:spPr/>
    </dgm:pt>
    <dgm:pt modelId="{600A920E-52C2-496A-84DF-5CF2CAC25E16}" type="pres">
      <dgm:prSet presAssocID="{167C0B41-2CC1-44E0-BC7C-F45DECBF8D81}" presName="iconBgRect" presStyleLbl="bgShp" presStyleIdx="2" presStyleCnt="5"/>
      <dgm:spPr>
        <a:prstGeom prst="round2DiagRect">
          <a:avLst>
            <a:gd name="adj1" fmla="val 29727"/>
            <a:gd name="adj2" fmla="val 0"/>
          </a:avLst>
        </a:prstGeom>
      </dgm:spPr>
    </dgm:pt>
    <dgm:pt modelId="{06604DDF-64EC-4D1B-9868-4F38465DE240}" type="pres">
      <dgm:prSet presAssocID="{167C0B41-2CC1-44E0-BC7C-F45DECBF8D8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aptop"/>
        </a:ext>
      </dgm:extLst>
    </dgm:pt>
    <dgm:pt modelId="{7E737DDF-5F93-44CC-8B04-9659E6770C14}" type="pres">
      <dgm:prSet presAssocID="{167C0B41-2CC1-44E0-BC7C-F45DECBF8D81}" presName="spaceRect" presStyleCnt="0"/>
      <dgm:spPr/>
    </dgm:pt>
    <dgm:pt modelId="{7E0B6330-894C-449E-9CEC-03EAA069D6A3}" type="pres">
      <dgm:prSet presAssocID="{167C0B41-2CC1-44E0-BC7C-F45DECBF8D81}" presName="textRect" presStyleLbl="revTx" presStyleIdx="2" presStyleCnt="5">
        <dgm:presLayoutVars>
          <dgm:chMax val="1"/>
          <dgm:chPref val="1"/>
        </dgm:presLayoutVars>
      </dgm:prSet>
      <dgm:spPr/>
    </dgm:pt>
    <dgm:pt modelId="{3F571AC6-52B5-459E-80B7-86191C71A1E1}" type="pres">
      <dgm:prSet presAssocID="{93FEDB5A-1FF6-461B-982C-B89E340E8DDB}" presName="sibTrans" presStyleCnt="0"/>
      <dgm:spPr/>
    </dgm:pt>
    <dgm:pt modelId="{970FFF6A-0948-49FF-ACBE-862D5A5A28AC}" type="pres">
      <dgm:prSet presAssocID="{A0AFFEEF-D7E0-4BB7-B79A-1D4BA70AA4EA}" presName="compNode" presStyleCnt="0"/>
      <dgm:spPr/>
    </dgm:pt>
    <dgm:pt modelId="{11484CAC-D05C-4216-8166-B4A87DFCBB8D}" type="pres">
      <dgm:prSet presAssocID="{A0AFFEEF-D7E0-4BB7-B79A-1D4BA70AA4EA}" presName="iconBgRect" presStyleLbl="bgShp" presStyleIdx="3" presStyleCnt="5"/>
      <dgm:spPr>
        <a:prstGeom prst="round2DiagRect">
          <a:avLst>
            <a:gd name="adj1" fmla="val 29727"/>
            <a:gd name="adj2" fmla="val 0"/>
          </a:avLst>
        </a:prstGeom>
      </dgm:spPr>
    </dgm:pt>
    <dgm:pt modelId="{B661939D-727C-42AE-970D-C5CF6BA61F0B}" type="pres">
      <dgm:prSet presAssocID="{A0AFFEEF-D7E0-4BB7-B79A-1D4BA70AA4E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ument"/>
        </a:ext>
      </dgm:extLst>
    </dgm:pt>
    <dgm:pt modelId="{2F88034B-2AF2-40E6-8261-E94F4382F0AE}" type="pres">
      <dgm:prSet presAssocID="{A0AFFEEF-D7E0-4BB7-B79A-1D4BA70AA4EA}" presName="spaceRect" presStyleCnt="0"/>
      <dgm:spPr/>
    </dgm:pt>
    <dgm:pt modelId="{F21189BE-85F4-4A45-BA36-5729394D097F}" type="pres">
      <dgm:prSet presAssocID="{A0AFFEEF-D7E0-4BB7-B79A-1D4BA70AA4EA}" presName="textRect" presStyleLbl="revTx" presStyleIdx="3" presStyleCnt="5">
        <dgm:presLayoutVars>
          <dgm:chMax val="1"/>
          <dgm:chPref val="1"/>
        </dgm:presLayoutVars>
      </dgm:prSet>
      <dgm:spPr/>
    </dgm:pt>
    <dgm:pt modelId="{F5B15C71-562C-4729-BC04-1C19D592BC46}" type="pres">
      <dgm:prSet presAssocID="{BB825178-5DD3-498A-9787-F468B9470BE0}" presName="sibTrans" presStyleCnt="0"/>
      <dgm:spPr/>
    </dgm:pt>
    <dgm:pt modelId="{22370314-E91E-4F53-A2A5-80346327E2FB}" type="pres">
      <dgm:prSet presAssocID="{4523B5A6-7B59-4883-8347-3541B38182F2}" presName="compNode" presStyleCnt="0"/>
      <dgm:spPr/>
    </dgm:pt>
    <dgm:pt modelId="{4AC8B215-6FB3-452F-A563-1C6B2F6A1827}" type="pres">
      <dgm:prSet presAssocID="{4523B5A6-7B59-4883-8347-3541B38182F2}" presName="iconBgRect" presStyleLbl="bgShp" presStyleIdx="4" presStyleCnt="5"/>
      <dgm:spPr>
        <a:prstGeom prst="round2DiagRect">
          <a:avLst>
            <a:gd name="adj1" fmla="val 29727"/>
            <a:gd name="adj2" fmla="val 0"/>
          </a:avLst>
        </a:prstGeom>
      </dgm:spPr>
    </dgm:pt>
    <dgm:pt modelId="{5EE5414C-09C0-4D93-AE7E-592F61DDDE66}" type="pres">
      <dgm:prSet presAssocID="{4523B5A6-7B59-4883-8347-3541B38182F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opwatch"/>
        </a:ext>
      </dgm:extLst>
    </dgm:pt>
    <dgm:pt modelId="{A96DDB5A-EC12-4D55-80C1-7D38A8770223}" type="pres">
      <dgm:prSet presAssocID="{4523B5A6-7B59-4883-8347-3541B38182F2}" presName="spaceRect" presStyleCnt="0"/>
      <dgm:spPr/>
    </dgm:pt>
    <dgm:pt modelId="{8C2918E3-31A3-4FD2-8084-DA2FD46E0843}" type="pres">
      <dgm:prSet presAssocID="{4523B5A6-7B59-4883-8347-3541B38182F2}" presName="textRect" presStyleLbl="revTx" presStyleIdx="4" presStyleCnt="5">
        <dgm:presLayoutVars>
          <dgm:chMax val="1"/>
          <dgm:chPref val="1"/>
        </dgm:presLayoutVars>
      </dgm:prSet>
      <dgm:spPr/>
    </dgm:pt>
  </dgm:ptLst>
  <dgm:cxnLst>
    <dgm:cxn modelId="{C2B4C01D-81DA-4E44-B37A-AECC464E9354}" type="presOf" srcId="{167C0B41-2CC1-44E0-BC7C-F45DECBF8D81}" destId="{7E0B6330-894C-449E-9CEC-03EAA069D6A3}" srcOrd="0" destOrd="0" presId="urn:microsoft.com/office/officeart/2018/5/layout/IconLeafLabelList"/>
    <dgm:cxn modelId="{DD5C812C-7748-4C75-9EBB-FCE50A9CD627}" srcId="{D9898FD8-44A0-47C3-993D-98854C536D45}" destId="{4CFC9222-FFB5-4D9F-BFE7-386989EE9BEF}" srcOrd="1" destOrd="0" parTransId="{46F95F2B-9CC9-493D-8392-8B9183C448A2}" sibTransId="{3DF8B6D2-A939-42D1-A6B8-4F5FA985626C}"/>
    <dgm:cxn modelId="{E028F72E-412A-45A7-9580-C48C57E9DBBA}" type="presOf" srcId="{A0AFFEEF-D7E0-4BB7-B79A-1D4BA70AA4EA}" destId="{F21189BE-85F4-4A45-BA36-5729394D097F}" srcOrd="0" destOrd="0" presId="urn:microsoft.com/office/officeart/2018/5/layout/IconLeafLabelList"/>
    <dgm:cxn modelId="{955AD35F-5405-4173-87A4-86E98FD763C4}" srcId="{D9898FD8-44A0-47C3-993D-98854C536D45}" destId="{4523B5A6-7B59-4883-8347-3541B38182F2}" srcOrd="4" destOrd="0" parTransId="{A0C0DC65-5535-4688-AF62-E09B684167B8}" sibTransId="{7534A649-EAD3-487F-B997-B3DF6FF203A7}"/>
    <dgm:cxn modelId="{B989AD4A-B663-44EB-9EA8-E4C7FC9C1D22}" type="presOf" srcId="{EBE26709-6CF9-406A-A76D-1826AF4503AA}" destId="{A0716FB9-B65E-4031-AB8D-43EF63C71B16}" srcOrd="0" destOrd="0" presId="urn:microsoft.com/office/officeart/2018/5/layout/IconLeafLabelList"/>
    <dgm:cxn modelId="{D4F4BD86-52AA-4C58-B712-A25E8B38976F}" type="presOf" srcId="{D9898FD8-44A0-47C3-993D-98854C536D45}" destId="{6A97D896-E2D9-40FB-A776-28FC359E5569}" srcOrd="0" destOrd="0" presId="urn:microsoft.com/office/officeart/2018/5/layout/IconLeafLabelList"/>
    <dgm:cxn modelId="{B4DBC597-AE3A-44E9-A617-D15E8137060A}" type="presOf" srcId="{4CFC9222-FFB5-4D9F-BFE7-386989EE9BEF}" destId="{6969A97A-479E-419D-BB25-5077B6EFFF63}" srcOrd="0" destOrd="0" presId="urn:microsoft.com/office/officeart/2018/5/layout/IconLeafLabelList"/>
    <dgm:cxn modelId="{D1BE809C-C14E-4025-A775-9F97FA3A62CF}" srcId="{D9898FD8-44A0-47C3-993D-98854C536D45}" destId="{167C0B41-2CC1-44E0-BC7C-F45DECBF8D81}" srcOrd="2" destOrd="0" parTransId="{DA35D48A-FB3E-4C36-BF8C-F1847C8C13C5}" sibTransId="{93FEDB5A-1FF6-461B-982C-B89E340E8DDB}"/>
    <dgm:cxn modelId="{EE30E8A5-4EEC-492A-84CA-A27F7FECFB62}" type="presOf" srcId="{4523B5A6-7B59-4883-8347-3541B38182F2}" destId="{8C2918E3-31A3-4FD2-8084-DA2FD46E0843}" srcOrd="0" destOrd="0" presId="urn:microsoft.com/office/officeart/2018/5/layout/IconLeafLabelList"/>
    <dgm:cxn modelId="{C2077DAC-0AA7-4808-B5EF-6E554AC1444B}" srcId="{D9898FD8-44A0-47C3-993D-98854C536D45}" destId="{A0AFFEEF-D7E0-4BB7-B79A-1D4BA70AA4EA}" srcOrd="3" destOrd="0" parTransId="{3681431D-4EFF-4194-B573-9C95639FA715}" sibTransId="{BB825178-5DD3-498A-9787-F468B9470BE0}"/>
    <dgm:cxn modelId="{42ED22AE-3091-4D3C-9D43-26936A979FF9}" srcId="{D9898FD8-44A0-47C3-993D-98854C536D45}" destId="{EBE26709-6CF9-406A-A76D-1826AF4503AA}" srcOrd="0" destOrd="0" parTransId="{73CCF2CA-ADB7-4A51-8C75-93B93BB8171C}" sibTransId="{DE038958-0433-4BCB-9BC1-D025BEE13426}"/>
    <dgm:cxn modelId="{B8F7FD52-5AE1-4655-9AF2-DAC8A4FF6A45}" type="presParOf" srcId="{6A97D896-E2D9-40FB-A776-28FC359E5569}" destId="{3DD6F725-B48D-4F8B-B954-274EA345D1C9}" srcOrd="0" destOrd="0" presId="urn:microsoft.com/office/officeart/2018/5/layout/IconLeafLabelList"/>
    <dgm:cxn modelId="{8B93BD64-9E93-464A-933A-FCBDD0665094}" type="presParOf" srcId="{3DD6F725-B48D-4F8B-B954-274EA345D1C9}" destId="{ED095AF5-8A52-4BDF-A54F-18213F977C9A}" srcOrd="0" destOrd="0" presId="urn:microsoft.com/office/officeart/2018/5/layout/IconLeafLabelList"/>
    <dgm:cxn modelId="{4A7F2F66-524A-4966-8989-4F34E6C6AAE4}" type="presParOf" srcId="{3DD6F725-B48D-4F8B-B954-274EA345D1C9}" destId="{3B0C3DCD-DB37-4C68-8560-53CF71C0AF9C}" srcOrd="1" destOrd="0" presId="urn:microsoft.com/office/officeart/2018/5/layout/IconLeafLabelList"/>
    <dgm:cxn modelId="{640F2B38-F0F9-4F37-9BE5-D6AC0E1E0B7F}" type="presParOf" srcId="{3DD6F725-B48D-4F8B-B954-274EA345D1C9}" destId="{BBEE1BBC-9026-4399-8FBA-4B09113ED467}" srcOrd="2" destOrd="0" presId="urn:microsoft.com/office/officeart/2018/5/layout/IconLeafLabelList"/>
    <dgm:cxn modelId="{3D2A00F0-8A5C-42AF-B662-31C7CC2BC936}" type="presParOf" srcId="{3DD6F725-B48D-4F8B-B954-274EA345D1C9}" destId="{A0716FB9-B65E-4031-AB8D-43EF63C71B16}" srcOrd="3" destOrd="0" presId="urn:microsoft.com/office/officeart/2018/5/layout/IconLeafLabelList"/>
    <dgm:cxn modelId="{3A50763C-2233-4DD6-881F-E30A0FE888D5}" type="presParOf" srcId="{6A97D896-E2D9-40FB-A776-28FC359E5569}" destId="{1317315C-DCCC-4753-97A9-284711AFF74B}" srcOrd="1" destOrd="0" presId="urn:microsoft.com/office/officeart/2018/5/layout/IconLeafLabelList"/>
    <dgm:cxn modelId="{9CC472AD-F41D-464A-B374-E5A6CA78FCA2}" type="presParOf" srcId="{6A97D896-E2D9-40FB-A776-28FC359E5569}" destId="{8F5053C9-A384-452E-B17B-98F0E241DD2A}" srcOrd="2" destOrd="0" presId="urn:microsoft.com/office/officeart/2018/5/layout/IconLeafLabelList"/>
    <dgm:cxn modelId="{13C53846-5166-45A6-9FEB-E506057AC635}" type="presParOf" srcId="{8F5053C9-A384-452E-B17B-98F0E241DD2A}" destId="{68DABE60-8A64-44FA-9BA5-55E3327DFB80}" srcOrd="0" destOrd="0" presId="urn:microsoft.com/office/officeart/2018/5/layout/IconLeafLabelList"/>
    <dgm:cxn modelId="{3B1D4A21-5A08-45A8-B635-E38294DC887E}" type="presParOf" srcId="{8F5053C9-A384-452E-B17B-98F0E241DD2A}" destId="{0C97E249-9634-406D-AB6E-306240DDB47C}" srcOrd="1" destOrd="0" presId="urn:microsoft.com/office/officeart/2018/5/layout/IconLeafLabelList"/>
    <dgm:cxn modelId="{BE1E1674-AEFF-446A-B17D-F4A8A01A2FA7}" type="presParOf" srcId="{8F5053C9-A384-452E-B17B-98F0E241DD2A}" destId="{D4B33D21-C4E8-4D6C-9D5F-96106D785F49}" srcOrd="2" destOrd="0" presId="urn:microsoft.com/office/officeart/2018/5/layout/IconLeafLabelList"/>
    <dgm:cxn modelId="{AE3F7537-C272-4B7F-B519-FF5B902C6C59}" type="presParOf" srcId="{8F5053C9-A384-452E-B17B-98F0E241DD2A}" destId="{6969A97A-479E-419D-BB25-5077B6EFFF63}" srcOrd="3" destOrd="0" presId="urn:microsoft.com/office/officeart/2018/5/layout/IconLeafLabelList"/>
    <dgm:cxn modelId="{FE50BDD0-07C9-4162-A2E6-7752E18A760D}" type="presParOf" srcId="{6A97D896-E2D9-40FB-A776-28FC359E5569}" destId="{E6D8F23B-740A-41DC-95D9-74B0E14B2041}" srcOrd="3" destOrd="0" presId="urn:microsoft.com/office/officeart/2018/5/layout/IconLeafLabelList"/>
    <dgm:cxn modelId="{9DB688B9-1F31-45EE-B8CA-78AA9DD714CA}" type="presParOf" srcId="{6A97D896-E2D9-40FB-A776-28FC359E5569}" destId="{69B4303B-B037-4982-9931-39118BF3677A}" srcOrd="4" destOrd="0" presId="urn:microsoft.com/office/officeart/2018/5/layout/IconLeafLabelList"/>
    <dgm:cxn modelId="{E061CE7E-E3FA-4626-B45B-55D25E14D795}" type="presParOf" srcId="{69B4303B-B037-4982-9931-39118BF3677A}" destId="{600A920E-52C2-496A-84DF-5CF2CAC25E16}" srcOrd="0" destOrd="0" presId="urn:microsoft.com/office/officeart/2018/5/layout/IconLeafLabelList"/>
    <dgm:cxn modelId="{C0FCEEE8-094A-4F37-B2B6-96F7F2DF64B8}" type="presParOf" srcId="{69B4303B-B037-4982-9931-39118BF3677A}" destId="{06604DDF-64EC-4D1B-9868-4F38465DE240}" srcOrd="1" destOrd="0" presId="urn:microsoft.com/office/officeart/2018/5/layout/IconLeafLabelList"/>
    <dgm:cxn modelId="{35DB5E57-9144-4DE1-B98D-80536517AC48}" type="presParOf" srcId="{69B4303B-B037-4982-9931-39118BF3677A}" destId="{7E737DDF-5F93-44CC-8B04-9659E6770C14}" srcOrd="2" destOrd="0" presId="urn:microsoft.com/office/officeart/2018/5/layout/IconLeafLabelList"/>
    <dgm:cxn modelId="{085D4D63-4AAD-482A-B861-80D97B64F6A9}" type="presParOf" srcId="{69B4303B-B037-4982-9931-39118BF3677A}" destId="{7E0B6330-894C-449E-9CEC-03EAA069D6A3}" srcOrd="3" destOrd="0" presId="urn:microsoft.com/office/officeart/2018/5/layout/IconLeafLabelList"/>
    <dgm:cxn modelId="{606C6563-4FFB-44FB-A06D-02B84847FB81}" type="presParOf" srcId="{6A97D896-E2D9-40FB-A776-28FC359E5569}" destId="{3F571AC6-52B5-459E-80B7-86191C71A1E1}" srcOrd="5" destOrd="0" presId="urn:microsoft.com/office/officeart/2018/5/layout/IconLeafLabelList"/>
    <dgm:cxn modelId="{059EA6C3-11B3-4EEF-870B-8E831CC04DA7}" type="presParOf" srcId="{6A97D896-E2D9-40FB-A776-28FC359E5569}" destId="{970FFF6A-0948-49FF-ACBE-862D5A5A28AC}" srcOrd="6" destOrd="0" presId="urn:microsoft.com/office/officeart/2018/5/layout/IconLeafLabelList"/>
    <dgm:cxn modelId="{7D5F9BA9-A2BA-451C-9361-5B70DF95BB6F}" type="presParOf" srcId="{970FFF6A-0948-49FF-ACBE-862D5A5A28AC}" destId="{11484CAC-D05C-4216-8166-B4A87DFCBB8D}" srcOrd="0" destOrd="0" presId="urn:microsoft.com/office/officeart/2018/5/layout/IconLeafLabelList"/>
    <dgm:cxn modelId="{17EB77D9-EFC0-4FB6-9FD7-468EB4D122BC}" type="presParOf" srcId="{970FFF6A-0948-49FF-ACBE-862D5A5A28AC}" destId="{B661939D-727C-42AE-970D-C5CF6BA61F0B}" srcOrd="1" destOrd="0" presId="urn:microsoft.com/office/officeart/2018/5/layout/IconLeafLabelList"/>
    <dgm:cxn modelId="{DD4D42A3-AEE9-43A5-9900-CA4389275C59}" type="presParOf" srcId="{970FFF6A-0948-49FF-ACBE-862D5A5A28AC}" destId="{2F88034B-2AF2-40E6-8261-E94F4382F0AE}" srcOrd="2" destOrd="0" presId="urn:microsoft.com/office/officeart/2018/5/layout/IconLeafLabelList"/>
    <dgm:cxn modelId="{8D34704C-1FB1-4104-A121-D6800DAE2DCB}" type="presParOf" srcId="{970FFF6A-0948-49FF-ACBE-862D5A5A28AC}" destId="{F21189BE-85F4-4A45-BA36-5729394D097F}" srcOrd="3" destOrd="0" presId="urn:microsoft.com/office/officeart/2018/5/layout/IconLeafLabelList"/>
    <dgm:cxn modelId="{F5C07B8D-B230-463B-8BF0-F81F410DCC98}" type="presParOf" srcId="{6A97D896-E2D9-40FB-A776-28FC359E5569}" destId="{F5B15C71-562C-4729-BC04-1C19D592BC46}" srcOrd="7" destOrd="0" presId="urn:microsoft.com/office/officeart/2018/5/layout/IconLeafLabelList"/>
    <dgm:cxn modelId="{D94B9F3F-6215-44DC-A69E-8F27A65B4C55}" type="presParOf" srcId="{6A97D896-E2D9-40FB-A776-28FC359E5569}" destId="{22370314-E91E-4F53-A2A5-80346327E2FB}" srcOrd="8" destOrd="0" presId="urn:microsoft.com/office/officeart/2018/5/layout/IconLeafLabelList"/>
    <dgm:cxn modelId="{462208B3-9E95-4C14-913F-7FA2D28CBDD3}" type="presParOf" srcId="{22370314-E91E-4F53-A2A5-80346327E2FB}" destId="{4AC8B215-6FB3-452F-A563-1C6B2F6A1827}" srcOrd="0" destOrd="0" presId="urn:microsoft.com/office/officeart/2018/5/layout/IconLeafLabelList"/>
    <dgm:cxn modelId="{253845BA-C585-465A-BB96-5C83CA6DC1AD}" type="presParOf" srcId="{22370314-E91E-4F53-A2A5-80346327E2FB}" destId="{5EE5414C-09C0-4D93-AE7E-592F61DDDE66}" srcOrd="1" destOrd="0" presId="urn:microsoft.com/office/officeart/2018/5/layout/IconLeafLabelList"/>
    <dgm:cxn modelId="{05943148-1349-4B22-8D17-B5F2A402CC93}" type="presParOf" srcId="{22370314-E91E-4F53-A2A5-80346327E2FB}" destId="{A96DDB5A-EC12-4D55-80C1-7D38A8770223}" srcOrd="2" destOrd="0" presId="urn:microsoft.com/office/officeart/2018/5/layout/IconLeafLabelList"/>
    <dgm:cxn modelId="{949CFB51-7D55-4F3E-A6C1-D5033593ABB0}" type="presParOf" srcId="{22370314-E91E-4F53-A2A5-80346327E2FB}" destId="{8C2918E3-31A3-4FD2-8084-DA2FD46E0843}"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5746F6-2001-4A21-8759-3EEE2088AB02}" type="doc">
      <dgm:prSet loTypeId="urn:microsoft.com/office/officeart/2018/2/layout/IconCircle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239F097F-1B6C-4CE5-87E4-394A1CF3E0D5}">
      <dgm:prSet/>
      <dgm:spPr/>
      <dgm:t>
        <a:bodyPr/>
        <a:lstStyle/>
        <a:p>
          <a:pPr>
            <a:lnSpc>
              <a:spcPct val="100000"/>
            </a:lnSpc>
          </a:pPr>
          <a:r>
            <a:rPr lang="en-US" b="1" dirty="0"/>
            <a:t>Best fit: </a:t>
          </a:r>
          <a:r>
            <a:rPr lang="en-US" dirty="0"/>
            <a:t>modern web apps that need reliable browser automation at speed</a:t>
          </a:r>
        </a:p>
      </dgm:t>
    </dgm:pt>
    <dgm:pt modelId="{9300C886-8730-448F-90A5-959570906116}" type="parTrans" cxnId="{79878463-3154-4553-B0AB-0177BCEB010D}">
      <dgm:prSet/>
      <dgm:spPr/>
      <dgm:t>
        <a:bodyPr/>
        <a:lstStyle/>
        <a:p>
          <a:endParaRPr lang="en-US"/>
        </a:p>
      </dgm:t>
    </dgm:pt>
    <dgm:pt modelId="{98694B2E-A2D3-470E-B8C2-5368F360C166}" type="sibTrans" cxnId="{79878463-3154-4553-B0AB-0177BCEB010D}">
      <dgm:prSet/>
      <dgm:spPr/>
      <dgm:t>
        <a:bodyPr/>
        <a:lstStyle/>
        <a:p>
          <a:pPr>
            <a:lnSpc>
              <a:spcPct val="100000"/>
            </a:lnSpc>
          </a:pPr>
          <a:endParaRPr lang="en-US"/>
        </a:p>
      </dgm:t>
    </dgm:pt>
    <dgm:pt modelId="{A47DB8FE-88E3-4628-AFCC-F4D531ABF9A2}">
      <dgm:prSet/>
      <dgm:spPr/>
      <dgm:t>
        <a:bodyPr/>
        <a:lstStyle/>
        <a:p>
          <a:pPr>
            <a:lnSpc>
              <a:spcPct val="100000"/>
            </a:lnSpc>
          </a:pPr>
          <a:r>
            <a:rPr lang="en-US" b="1" dirty="0"/>
            <a:t>Strengths: </a:t>
          </a:r>
          <a:r>
            <a:rPr lang="en-US" dirty="0"/>
            <a:t>strong stability, fast execution, good support for multiple browsers</a:t>
          </a:r>
        </a:p>
      </dgm:t>
    </dgm:pt>
    <dgm:pt modelId="{544FCE1F-294A-485A-B8DC-1937BE4F37AF}" type="parTrans" cxnId="{CE9353C7-5251-46EA-B740-E84FF4CB6D51}">
      <dgm:prSet/>
      <dgm:spPr/>
      <dgm:t>
        <a:bodyPr/>
        <a:lstStyle/>
        <a:p>
          <a:endParaRPr lang="en-US"/>
        </a:p>
      </dgm:t>
    </dgm:pt>
    <dgm:pt modelId="{7A7A2348-0FA6-438B-A49A-3D006B4705AB}" type="sibTrans" cxnId="{CE9353C7-5251-46EA-B740-E84FF4CB6D51}">
      <dgm:prSet/>
      <dgm:spPr/>
      <dgm:t>
        <a:bodyPr/>
        <a:lstStyle/>
        <a:p>
          <a:pPr>
            <a:lnSpc>
              <a:spcPct val="100000"/>
            </a:lnSpc>
          </a:pPr>
          <a:endParaRPr lang="en-US"/>
        </a:p>
      </dgm:t>
    </dgm:pt>
    <dgm:pt modelId="{40C835FB-EC66-4AA4-B743-A888E2F28A1F}">
      <dgm:prSet/>
      <dgm:spPr/>
      <dgm:t>
        <a:bodyPr/>
        <a:lstStyle/>
        <a:p>
          <a:pPr>
            <a:lnSpc>
              <a:spcPct val="100000"/>
            </a:lnSpc>
          </a:pPr>
          <a:r>
            <a:rPr lang="en-US" b="1" dirty="0"/>
            <a:t>Built in features: </a:t>
          </a:r>
          <a:r>
            <a:rPr lang="en-US" dirty="0"/>
            <a:t>traces, screenshots, video capture, and test runner options</a:t>
          </a:r>
        </a:p>
      </dgm:t>
    </dgm:pt>
    <dgm:pt modelId="{7EFAD40B-38B6-4A8C-9A95-11C383FD7BC8}" type="parTrans" cxnId="{BE2AD354-DCDB-40BD-9C03-BC5119736111}">
      <dgm:prSet/>
      <dgm:spPr/>
      <dgm:t>
        <a:bodyPr/>
        <a:lstStyle/>
        <a:p>
          <a:endParaRPr lang="en-US"/>
        </a:p>
      </dgm:t>
    </dgm:pt>
    <dgm:pt modelId="{DEA0DFB7-278B-4272-ACF8-A042EB75CF8C}" type="sibTrans" cxnId="{BE2AD354-DCDB-40BD-9C03-BC5119736111}">
      <dgm:prSet/>
      <dgm:spPr/>
      <dgm:t>
        <a:bodyPr/>
        <a:lstStyle/>
        <a:p>
          <a:pPr>
            <a:lnSpc>
              <a:spcPct val="100000"/>
            </a:lnSpc>
          </a:pPr>
          <a:endParaRPr lang="en-US"/>
        </a:p>
      </dgm:t>
    </dgm:pt>
    <dgm:pt modelId="{A1BA8D75-0FC6-4D01-9B1B-5D2BB2A45D69}">
      <dgm:prSet/>
      <dgm:spPr/>
      <dgm:t>
        <a:bodyPr/>
        <a:lstStyle/>
        <a:p>
          <a:pPr>
            <a:lnSpc>
              <a:spcPct val="100000"/>
            </a:lnSpc>
          </a:pPr>
          <a:r>
            <a:rPr lang="en-US" b="1" dirty="0"/>
            <a:t>Works well for: </a:t>
          </a:r>
          <a:r>
            <a:rPr lang="en-US" dirty="0"/>
            <a:t>user flows that must be validated every release</a:t>
          </a:r>
        </a:p>
      </dgm:t>
    </dgm:pt>
    <dgm:pt modelId="{469BBF51-18AE-4224-9635-33D9DA3D5371}" type="parTrans" cxnId="{55EB592C-EEB5-4DAE-9F10-13E7622A4FBD}">
      <dgm:prSet/>
      <dgm:spPr/>
      <dgm:t>
        <a:bodyPr/>
        <a:lstStyle/>
        <a:p>
          <a:endParaRPr lang="en-US"/>
        </a:p>
      </dgm:t>
    </dgm:pt>
    <dgm:pt modelId="{3C5E1011-73A7-4010-AB78-CF46F750B712}" type="sibTrans" cxnId="{55EB592C-EEB5-4DAE-9F10-13E7622A4FBD}">
      <dgm:prSet/>
      <dgm:spPr/>
      <dgm:t>
        <a:bodyPr/>
        <a:lstStyle/>
        <a:p>
          <a:pPr>
            <a:lnSpc>
              <a:spcPct val="100000"/>
            </a:lnSpc>
          </a:pPr>
          <a:endParaRPr lang="en-US"/>
        </a:p>
      </dgm:t>
    </dgm:pt>
    <dgm:pt modelId="{ED978219-E0F0-4A8C-91CE-CEEF55EF2948}">
      <dgm:prSet/>
      <dgm:spPr/>
      <dgm:t>
        <a:bodyPr/>
        <a:lstStyle/>
        <a:p>
          <a:pPr>
            <a:lnSpc>
              <a:spcPct val="100000"/>
            </a:lnSpc>
          </a:pPr>
          <a:r>
            <a:rPr lang="en-US" b="1" dirty="0"/>
            <a:t>Watch outs: </a:t>
          </a:r>
          <a:r>
            <a:rPr lang="en-US" dirty="0"/>
            <a:t>requires coding comfort and consistent test data management</a:t>
          </a:r>
        </a:p>
      </dgm:t>
    </dgm:pt>
    <dgm:pt modelId="{2AF2223C-8793-438E-B4FC-12EB10813C80}" type="parTrans" cxnId="{01D17880-552A-4725-A15E-477E8171005E}">
      <dgm:prSet/>
      <dgm:spPr/>
      <dgm:t>
        <a:bodyPr/>
        <a:lstStyle/>
        <a:p>
          <a:endParaRPr lang="en-US"/>
        </a:p>
      </dgm:t>
    </dgm:pt>
    <dgm:pt modelId="{1D9524EF-A81F-4869-9A6B-14BA88800907}" type="sibTrans" cxnId="{01D17880-552A-4725-A15E-477E8171005E}">
      <dgm:prSet/>
      <dgm:spPr/>
      <dgm:t>
        <a:bodyPr/>
        <a:lstStyle/>
        <a:p>
          <a:endParaRPr lang="en-US"/>
        </a:p>
      </dgm:t>
    </dgm:pt>
    <dgm:pt modelId="{E4461440-DFD8-4A74-A88F-360DB811006F}" type="pres">
      <dgm:prSet presAssocID="{165746F6-2001-4A21-8759-3EEE2088AB02}" presName="root" presStyleCnt="0">
        <dgm:presLayoutVars>
          <dgm:dir/>
          <dgm:resizeHandles val="exact"/>
        </dgm:presLayoutVars>
      </dgm:prSet>
      <dgm:spPr/>
    </dgm:pt>
    <dgm:pt modelId="{6D644314-43E0-4695-86AF-8BBAD3F1B1F3}" type="pres">
      <dgm:prSet presAssocID="{165746F6-2001-4A21-8759-3EEE2088AB02}" presName="container" presStyleCnt="0">
        <dgm:presLayoutVars>
          <dgm:dir/>
          <dgm:resizeHandles val="exact"/>
        </dgm:presLayoutVars>
      </dgm:prSet>
      <dgm:spPr/>
    </dgm:pt>
    <dgm:pt modelId="{75E3EFDF-A9CD-48CE-A088-8F47A243AAB9}" type="pres">
      <dgm:prSet presAssocID="{239F097F-1B6C-4CE5-87E4-394A1CF3E0D5}" presName="compNode" presStyleCnt="0"/>
      <dgm:spPr/>
    </dgm:pt>
    <dgm:pt modelId="{6B5D0B59-C614-44B2-8639-2AD4EAA93F4B}" type="pres">
      <dgm:prSet presAssocID="{239F097F-1B6C-4CE5-87E4-394A1CF3E0D5}" presName="iconBgRect" presStyleLbl="bgShp" presStyleIdx="0" presStyleCnt="5"/>
      <dgm:spPr/>
    </dgm:pt>
    <dgm:pt modelId="{17F3FF1C-F170-4389-B719-0D1F3852EDDF}" type="pres">
      <dgm:prSet presAssocID="{239F097F-1B6C-4CE5-87E4-394A1CF3E0D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auge"/>
        </a:ext>
      </dgm:extLst>
    </dgm:pt>
    <dgm:pt modelId="{BA3FE899-62BE-4903-A918-A27694FF26E9}" type="pres">
      <dgm:prSet presAssocID="{239F097F-1B6C-4CE5-87E4-394A1CF3E0D5}" presName="spaceRect" presStyleCnt="0"/>
      <dgm:spPr/>
    </dgm:pt>
    <dgm:pt modelId="{10B5D58D-C84A-4495-BEE3-C9BA09806A85}" type="pres">
      <dgm:prSet presAssocID="{239F097F-1B6C-4CE5-87E4-394A1CF3E0D5}" presName="textRect" presStyleLbl="revTx" presStyleIdx="0" presStyleCnt="5">
        <dgm:presLayoutVars>
          <dgm:chMax val="1"/>
          <dgm:chPref val="1"/>
        </dgm:presLayoutVars>
      </dgm:prSet>
      <dgm:spPr/>
    </dgm:pt>
    <dgm:pt modelId="{BC10BD15-A287-47C0-AC90-84350C2DB537}" type="pres">
      <dgm:prSet presAssocID="{98694B2E-A2D3-470E-B8C2-5368F360C166}" presName="sibTrans" presStyleLbl="sibTrans2D1" presStyleIdx="0" presStyleCnt="0"/>
      <dgm:spPr/>
    </dgm:pt>
    <dgm:pt modelId="{40041EC9-CBE9-4E86-8E0C-E6B093AEFEB7}" type="pres">
      <dgm:prSet presAssocID="{A47DB8FE-88E3-4628-AFCC-F4D531ABF9A2}" presName="compNode" presStyleCnt="0"/>
      <dgm:spPr/>
    </dgm:pt>
    <dgm:pt modelId="{354FAD32-6A8B-4421-AB54-091DAC600C1B}" type="pres">
      <dgm:prSet presAssocID="{A47DB8FE-88E3-4628-AFCC-F4D531ABF9A2}" presName="iconBgRect" presStyleLbl="bgShp" presStyleIdx="1" presStyleCnt="5"/>
      <dgm:spPr/>
    </dgm:pt>
    <dgm:pt modelId="{4A8F49B1-005D-45F8-841A-8D8CEE763BC1}" type="pres">
      <dgm:prSet presAssocID="{A47DB8FE-88E3-4628-AFCC-F4D531ABF9A2}"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uscle Arm"/>
        </a:ext>
      </dgm:extLst>
    </dgm:pt>
    <dgm:pt modelId="{9DF86CEA-7878-4E9E-AFE3-705C947ADBBA}" type="pres">
      <dgm:prSet presAssocID="{A47DB8FE-88E3-4628-AFCC-F4D531ABF9A2}" presName="spaceRect" presStyleCnt="0"/>
      <dgm:spPr/>
    </dgm:pt>
    <dgm:pt modelId="{64ADBCB5-F671-48EF-B366-41D2B40C7208}" type="pres">
      <dgm:prSet presAssocID="{A47DB8FE-88E3-4628-AFCC-F4D531ABF9A2}" presName="textRect" presStyleLbl="revTx" presStyleIdx="1" presStyleCnt="5">
        <dgm:presLayoutVars>
          <dgm:chMax val="1"/>
          <dgm:chPref val="1"/>
        </dgm:presLayoutVars>
      </dgm:prSet>
      <dgm:spPr/>
    </dgm:pt>
    <dgm:pt modelId="{F7968AB3-29DA-4746-961E-E818CDC57CCE}" type="pres">
      <dgm:prSet presAssocID="{7A7A2348-0FA6-438B-A49A-3D006B4705AB}" presName="sibTrans" presStyleLbl="sibTrans2D1" presStyleIdx="0" presStyleCnt="0"/>
      <dgm:spPr/>
    </dgm:pt>
    <dgm:pt modelId="{E5766D1C-17E3-47FF-A9DA-7E3DD23EEC63}" type="pres">
      <dgm:prSet presAssocID="{40C835FB-EC66-4AA4-B743-A888E2F28A1F}" presName="compNode" presStyleCnt="0"/>
      <dgm:spPr/>
    </dgm:pt>
    <dgm:pt modelId="{3EF39626-B349-4C7C-AECF-280632716F89}" type="pres">
      <dgm:prSet presAssocID="{40C835FB-EC66-4AA4-B743-A888E2F28A1F}" presName="iconBgRect" presStyleLbl="bgShp" presStyleIdx="2" presStyleCnt="5"/>
      <dgm:spPr/>
    </dgm:pt>
    <dgm:pt modelId="{FC620B2F-2751-4004-85A0-B5659A32950D}" type="pres">
      <dgm:prSet presAssocID="{40C835FB-EC66-4AA4-B743-A888E2F28A1F}"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mera"/>
        </a:ext>
      </dgm:extLst>
    </dgm:pt>
    <dgm:pt modelId="{104F43DB-9C0D-412A-A6BC-B008C114B7F0}" type="pres">
      <dgm:prSet presAssocID="{40C835FB-EC66-4AA4-B743-A888E2F28A1F}" presName="spaceRect" presStyleCnt="0"/>
      <dgm:spPr/>
    </dgm:pt>
    <dgm:pt modelId="{7E68BA6E-A640-4EF9-8FF3-E2D924645239}" type="pres">
      <dgm:prSet presAssocID="{40C835FB-EC66-4AA4-B743-A888E2F28A1F}" presName="textRect" presStyleLbl="revTx" presStyleIdx="2" presStyleCnt="5">
        <dgm:presLayoutVars>
          <dgm:chMax val="1"/>
          <dgm:chPref val="1"/>
        </dgm:presLayoutVars>
      </dgm:prSet>
      <dgm:spPr/>
    </dgm:pt>
    <dgm:pt modelId="{43CD71FB-2722-466A-9205-5A87EC9EC906}" type="pres">
      <dgm:prSet presAssocID="{DEA0DFB7-278B-4272-ACF8-A042EB75CF8C}" presName="sibTrans" presStyleLbl="sibTrans2D1" presStyleIdx="0" presStyleCnt="0"/>
      <dgm:spPr/>
    </dgm:pt>
    <dgm:pt modelId="{DF214E69-BBE8-4442-9A7D-8DE5B110F4A3}" type="pres">
      <dgm:prSet presAssocID="{A1BA8D75-0FC6-4D01-9B1B-5D2BB2A45D69}" presName="compNode" presStyleCnt="0"/>
      <dgm:spPr/>
    </dgm:pt>
    <dgm:pt modelId="{3B236106-6445-447D-AD17-5F18FBD7E80D}" type="pres">
      <dgm:prSet presAssocID="{A1BA8D75-0FC6-4D01-9B1B-5D2BB2A45D69}" presName="iconBgRect" presStyleLbl="bgShp" presStyleIdx="3" presStyleCnt="5"/>
      <dgm:spPr/>
    </dgm:pt>
    <dgm:pt modelId="{8EC85250-2B9E-4658-97BD-C972C71A7D97}" type="pres">
      <dgm:prSet presAssocID="{A1BA8D75-0FC6-4D01-9B1B-5D2BB2A45D6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lowchart"/>
        </a:ext>
      </dgm:extLst>
    </dgm:pt>
    <dgm:pt modelId="{B477FD30-E713-4CE0-BBA8-3A104C37B166}" type="pres">
      <dgm:prSet presAssocID="{A1BA8D75-0FC6-4D01-9B1B-5D2BB2A45D69}" presName="spaceRect" presStyleCnt="0"/>
      <dgm:spPr/>
    </dgm:pt>
    <dgm:pt modelId="{12930B9F-FA10-46E0-ACF4-4D76C50EDF38}" type="pres">
      <dgm:prSet presAssocID="{A1BA8D75-0FC6-4D01-9B1B-5D2BB2A45D69}" presName="textRect" presStyleLbl="revTx" presStyleIdx="3" presStyleCnt="5">
        <dgm:presLayoutVars>
          <dgm:chMax val="1"/>
          <dgm:chPref val="1"/>
        </dgm:presLayoutVars>
      </dgm:prSet>
      <dgm:spPr/>
    </dgm:pt>
    <dgm:pt modelId="{06D11AAA-564F-446E-A140-EC76081C07BA}" type="pres">
      <dgm:prSet presAssocID="{3C5E1011-73A7-4010-AB78-CF46F750B712}" presName="sibTrans" presStyleLbl="sibTrans2D1" presStyleIdx="0" presStyleCnt="0"/>
      <dgm:spPr/>
    </dgm:pt>
    <dgm:pt modelId="{7B9A1115-5F4D-4A02-ADD7-C537C4390FCF}" type="pres">
      <dgm:prSet presAssocID="{ED978219-E0F0-4A8C-91CE-CEEF55EF2948}" presName="compNode" presStyleCnt="0"/>
      <dgm:spPr/>
    </dgm:pt>
    <dgm:pt modelId="{E24383BC-6654-483E-BA4C-96249A87BAEF}" type="pres">
      <dgm:prSet presAssocID="{ED978219-E0F0-4A8C-91CE-CEEF55EF2948}" presName="iconBgRect" presStyleLbl="bgShp" presStyleIdx="4" presStyleCnt="5"/>
      <dgm:spPr/>
    </dgm:pt>
    <dgm:pt modelId="{9FFA0D66-2488-4D25-8369-CEBB8A924F5C}" type="pres">
      <dgm:prSet presAssocID="{ED978219-E0F0-4A8C-91CE-CEEF55EF294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mark"/>
        </a:ext>
      </dgm:extLst>
    </dgm:pt>
    <dgm:pt modelId="{FD5EEB90-CB40-4281-8FE2-E37DD0055E1D}" type="pres">
      <dgm:prSet presAssocID="{ED978219-E0F0-4A8C-91CE-CEEF55EF2948}" presName="spaceRect" presStyleCnt="0"/>
      <dgm:spPr/>
    </dgm:pt>
    <dgm:pt modelId="{0600CCB1-F896-496F-BC45-C033A283450D}" type="pres">
      <dgm:prSet presAssocID="{ED978219-E0F0-4A8C-91CE-CEEF55EF2948}" presName="textRect" presStyleLbl="revTx" presStyleIdx="4" presStyleCnt="5">
        <dgm:presLayoutVars>
          <dgm:chMax val="1"/>
          <dgm:chPref val="1"/>
        </dgm:presLayoutVars>
      </dgm:prSet>
      <dgm:spPr/>
    </dgm:pt>
  </dgm:ptLst>
  <dgm:cxnLst>
    <dgm:cxn modelId="{80E02520-9B6D-46E2-B0E2-1D52CBC5A5CA}" type="presOf" srcId="{98694B2E-A2D3-470E-B8C2-5368F360C166}" destId="{BC10BD15-A287-47C0-AC90-84350C2DB537}" srcOrd="0" destOrd="0" presId="urn:microsoft.com/office/officeart/2018/2/layout/IconCircleList"/>
    <dgm:cxn modelId="{55EB592C-EEB5-4DAE-9F10-13E7622A4FBD}" srcId="{165746F6-2001-4A21-8759-3EEE2088AB02}" destId="{A1BA8D75-0FC6-4D01-9B1B-5D2BB2A45D69}" srcOrd="3" destOrd="0" parTransId="{469BBF51-18AE-4224-9635-33D9DA3D5371}" sibTransId="{3C5E1011-73A7-4010-AB78-CF46F750B712}"/>
    <dgm:cxn modelId="{67FFEF42-F46A-45C1-AFA2-26BE0B875C23}" type="presOf" srcId="{DEA0DFB7-278B-4272-ACF8-A042EB75CF8C}" destId="{43CD71FB-2722-466A-9205-5A87EC9EC906}" srcOrd="0" destOrd="0" presId="urn:microsoft.com/office/officeart/2018/2/layout/IconCircleList"/>
    <dgm:cxn modelId="{79878463-3154-4553-B0AB-0177BCEB010D}" srcId="{165746F6-2001-4A21-8759-3EEE2088AB02}" destId="{239F097F-1B6C-4CE5-87E4-394A1CF3E0D5}" srcOrd="0" destOrd="0" parTransId="{9300C886-8730-448F-90A5-959570906116}" sibTransId="{98694B2E-A2D3-470E-B8C2-5368F360C166}"/>
    <dgm:cxn modelId="{C01E8866-4F45-4382-9605-6586715BC670}" type="presOf" srcId="{7A7A2348-0FA6-438B-A49A-3D006B4705AB}" destId="{F7968AB3-29DA-4746-961E-E818CDC57CCE}" srcOrd="0" destOrd="0" presId="urn:microsoft.com/office/officeart/2018/2/layout/IconCircleList"/>
    <dgm:cxn modelId="{0374AF48-FA43-4C65-ACE7-AF599C764A3A}" type="presOf" srcId="{40C835FB-EC66-4AA4-B743-A888E2F28A1F}" destId="{7E68BA6E-A640-4EF9-8FF3-E2D924645239}" srcOrd="0" destOrd="0" presId="urn:microsoft.com/office/officeart/2018/2/layout/IconCircleList"/>
    <dgm:cxn modelId="{BE2AD354-DCDB-40BD-9C03-BC5119736111}" srcId="{165746F6-2001-4A21-8759-3EEE2088AB02}" destId="{40C835FB-EC66-4AA4-B743-A888E2F28A1F}" srcOrd="2" destOrd="0" parTransId="{7EFAD40B-38B6-4A8C-9A95-11C383FD7BC8}" sibTransId="{DEA0DFB7-278B-4272-ACF8-A042EB75CF8C}"/>
    <dgm:cxn modelId="{01D17880-552A-4725-A15E-477E8171005E}" srcId="{165746F6-2001-4A21-8759-3EEE2088AB02}" destId="{ED978219-E0F0-4A8C-91CE-CEEF55EF2948}" srcOrd="4" destOrd="0" parTransId="{2AF2223C-8793-438E-B4FC-12EB10813C80}" sibTransId="{1D9524EF-A81F-4869-9A6B-14BA88800907}"/>
    <dgm:cxn modelId="{3F1F7697-8A07-46E2-BBEB-17E84E486962}" type="presOf" srcId="{165746F6-2001-4A21-8759-3EEE2088AB02}" destId="{E4461440-DFD8-4A74-A88F-360DB811006F}" srcOrd="0" destOrd="0" presId="urn:microsoft.com/office/officeart/2018/2/layout/IconCircleList"/>
    <dgm:cxn modelId="{E64CC5B0-7979-402E-A1A8-34FFA033F6BE}" type="presOf" srcId="{A1BA8D75-0FC6-4D01-9B1B-5D2BB2A45D69}" destId="{12930B9F-FA10-46E0-ACF4-4D76C50EDF38}" srcOrd="0" destOrd="0" presId="urn:microsoft.com/office/officeart/2018/2/layout/IconCircleList"/>
    <dgm:cxn modelId="{99F5CCC4-F3F5-4E6D-A24B-12BCEC0D5708}" type="presOf" srcId="{3C5E1011-73A7-4010-AB78-CF46F750B712}" destId="{06D11AAA-564F-446E-A140-EC76081C07BA}" srcOrd="0" destOrd="0" presId="urn:microsoft.com/office/officeart/2018/2/layout/IconCircleList"/>
    <dgm:cxn modelId="{CE9353C7-5251-46EA-B740-E84FF4CB6D51}" srcId="{165746F6-2001-4A21-8759-3EEE2088AB02}" destId="{A47DB8FE-88E3-4628-AFCC-F4D531ABF9A2}" srcOrd="1" destOrd="0" parTransId="{544FCE1F-294A-485A-B8DC-1937BE4F37AF}" sibTransId="{7A7A2348-0FA6-438B-A49A-3D006B4705AB}"/>
    <dgm:cxn modelId="{DB706ED7-CAF7-410D-B5C8-2CAE64140811}" type="presOf" srcId="{A47DB8FE-88E3-4628-AFCC-F4D531ABF9A2}" destId="{64ADBCB5-F671-48EF-B366-41D2B40C7208}" srcOrd="0" destOrd="0" presId="urn:microsoft.com/office/officeart/2018/2/layout/IconCircleList"/>
    <dgm:cxn modelId="{72DEBADD-7409-49CE-AD41-0016883FF651}" type="presOf" srcId="{ED978219-E0F0-4A8C-91CE-CEEF55EF2948}" destId="{0600CCB1-F896-496F-BC45-C033A283450D}" srcOrd="0" destOrd="0" presId="urn:microsoft.com/office/officeart/2018/2/layout/IconCircleList"/>
    <dgm:cxn modelId="{32D36FE6-975D-49EE-BA89-7B4CAC09CFEF}" type="presOf" srcId="{239F097F-1B6C-4CE5-87E4-394A1CF3E0D5}" destId="{10B5D58D-C84A-4495-BEE3-C9BA09806A85}" srcOrd="0" destOrd="0" presId="urn:microsoft.com/office/officeart/2018/2/layout/IconCircleList"/>
    <dgm:cxn modelId="{2C1DED7D-62DE-4ED8-9D59-EFDAA84B6474}" type="presParOf" srcId="{E4461440-DFD8-4A74-A88F-360DB811006F}" destId="{6D644314-43E0-4695-86AF-8BBAD3F1B1F3}" srcOrd="0" destOrd="0" presId="urn:microsoft.com/office/officeart/2018/2/layout/IconCircleList"/>
    <dgm:cxn modelId="{0488679D-9503-4504-8784-40820EFE3B13}" type="presParOf" srcId="{6D644314-43E0-4695-86AF-8BBAD3F1B1F3}" destId="{75E3EFDF-A9CD-48CE-A088-8F47A243AAB9}" srcOrd="0" destOrd="0" presId="urn:microsoft.com/office/officeart/2018/2/layout/IconCircleList"/>
    <dgm:cxn modelId="{E3A375EA-3DDD-4678-9EB6-D9C3F3F056E5}" type="presParOf" srcId="{75E3EFDF-A9CD-48CE-A088-8F47A243AAB9}" destId="{6B5D0B59-C614-44B2-8639-2AD4EAA93F4B}" srcOrd="0" destOrd="0" presId="urn:microsoft.com/office/officeart/2018/2/layout/IconCircleList"/>
    <dgm:cxn modelId="{570A39F8-BDAB-4D35-812A-405965EBE7FC}" type="presParOf" srcId="{75E3EFDF-A9CD-48CE-A088-8F47A243AAB9}" destId="{17F3FF1C-F170-4389-B719-0D1F3852EDDF}" srcOrd="1" destOrd="0" presId="urn:microsoft.com/office/officeart/2018/2/layout/IconCircleList"/>
    <dgm:cxn modelId="{C73A9DAC-4B04-4D39-B20B-FED230BB2133}" type="presParOf" srcId="{75E3EFDF-A9CD-48CE-A088-8F47A243AAB9}" destId="{BA3FE899-62BE-4903-A918-A27694FF26E9}" srcOrd="2" destOrd="0" presId="urn:microsoft.com/office/officeart/2018/2/layout/IconCircleList"/>
    <dgm:cxn modelId="{587EAD13-A43C-40B5-AB8E-D8259DA2FDC0}" type="presParOf" srcId="{75E3EFDF-A9CD-48CE-A088-8F47A243AAB9}" destId="{10B5D58D-C84A-4495-BEE3-C9BA09806A85}" srcOrd="3" destOrd="0" presId="urn:microsoft.com/office/officeart/2018/2/layout/IconCircleList"/>
    <dgm:cxn modelId="{BDD0D401-61A8-444B-BDF2-D6B58CAA7AFE}" type="presParOf" srcId="{6D644314-43E0-4695-86AF-8BBAD3F1B1F3}" destId="{BC10BD15-A287-47C0-AC90-84350C2DB537}" srcOrd="1" destOrd="0" presId="urn:microsoft.com/office/officeart/2018/2/layout/IconCircleList"/>
    <dgm:cxn modelId="{09B2022E-CD54-4330-8085-CC1C91734CA9}" type="presParOf" srcId="{6D644314-43E0-4695-86AF-8BBAD3F1B1F3}" destId="{40041EC9-CBE9-4E86-8E0C-E6B093AEFEB7}" srcOrd="2" destOrd="0" presId="urn:microsoft.com/office/officeart/2018/2/layout/IconCircleList"/>
    <dgm:cxn modelId="{950DCCA6-02D8-4500-9283-9D6FBE650A3E}" type="presParOf" srcId="{40041EC9-CBE9-4E86-8E0C-E6B093AEFEB7}" destId="{354FAD32-6A8B-4421-AB54-091DAC600C1B}" srcOrd="0" destOrd="0" presId="urn:microsoft.com/office/officeart/2018/2/layout/IconCircleList"/>
    <dgm:cxn modelId="{BDB7D7A3-E88C-4040-B8E3-2DC932604C67}" type="presParOf" srcId="{40041EC9-CBE9-4E86-8E0C-E6B093AEFEB7}" destId="{4A8F49B1-005D-45F8-841A-8D8CEE763BC1}" srcOrd="1" destOrd="0" presId="urn:microsoft.com/office/officeart/2018/2/layout/IconCircleList"/>
    <dgm:cxn modelId="{81C72D28-2997-4938-B64A-A32CB359154D}" type="presParOf" srcId="{40041EC9-CBE9-4E86-8E0C-E6B093AEFEB7}" destId="{9DF86CEA-7878-4E9E-AFE3-705C947ADBBA}" srcOrd="2" destOrd="0" presId="urn:microsoft.com/office/officeart/2018/2/layout/IconCircleList"/>
    <dgm:cxn modelId="{EAE9A119-15DF-432B-B183-5EC7D0F3460F}" type="presParOf" srcId="{40041EC9-CBE9-4E86-8E0C-E6B093AEFEB7}" destId="{64ADBCB5-F671-48EF-B366-41D2B40C7208}" srcOrd="3" destOrd="0" presId="urn:microsoft.com/office/officeart/2018/2/layout/IconCircleList"/>
    <dgm:cxn modelId="{3B749611-BB62-49F7-BC74-ACC379DBEECA}" type="presParOf" srcId="{6D644314-43E0-4695-86AF-8BBAD3F1B1F3}" destId="{F7968AB3-29DA-4746-961E-E818CDC57CCE}" srcOrd="3" destOrd="0" presId="urn:microsoft.com/office/officeart/2018/2/layout/IconCircleList"/>
    <dgm:cxn modelId="{659C02EC-94B6-44DB-8270-502E1994AD53}" type="presParOf" srcId="{6D644314-43E0-4695-86AF-8BBAD3F1B1F3}" destId="{E5766D1C-17E3-47FF-A9DA-7E3DD23EEC63}" srcOrd="4" destOrd="0" presId="urn:microsoft.com/office/officeart/2018/2/layout/IconCircleList"/>
    <dgm:cxn modelId="{F5210A07-EEFF-4EEB-BB7A-2228225D5A6F}" type="presParOf" srcId="{E5766D1C-17E3-47FF-A9DA-7E3DD23EEC63}" destId="{3EF39626-B349-4C7C-AECF-280632716F89}" srcOrd="0" destOrd="0" presId="urn:microsoft.com/office/officeart/2018/2/layout/IconCircleList"/>
    <dgm:cxn modelId="{FD029A74-6974-45E2-945E-4C474757F8CF}" type="presParOf" srcId="{E5766D1C-17E3-47FF-A9DA-7E3DD23EEC63}" destId="{FC620B2F-2751-4004-85A0-B5659A32950D}" srcOrd="1" destOrd="0" presId="urn:microsoft.com/office/officeart/2018/2/layout/IconCircleList"/>
    <dgm:cxn modelId="{4FA35E88-5407-4F2D-B661-B1A79FD896D1}" type="presParOf" srcId="{E5766D1C-17E3-47FF-A9DA-7E3DD23EEC63}" destId="{104F43DB-9C0D-412A-A6BC-B008C114B7F0}" srcOrd="2" destOrd="0" presId="urn:microsoft.com/office/officeart/2018/2/layout/IconCircleList"/>
    <dgm:cxn modelId="{FE648225-FEBF-4DDE-87C8-E5A7BBCF2335}" type="presParOf" srcId="{E5766D1C-17E3-47FF-A9DA-7E3DD23EEC63}" destId="{7E68BA6E-A640-4EF9-8FF3-E2D924645239}" srcOrd="3" destOrd="0" presId="urn:microsoft.com/office/officeart/2018/2/layout/IconCircleList"/>
    <dgm:cxn modelId="{02BAF366-2C79-474E-8E42-598F92EA4C39}" type="presParOf" srcId="{6D644314-43E0-4695-86AF-8BBAD3F1B1F3}" destId="{43CD71FB-2722-466A-9205-5A87EC9EC906}" srcOrd="5" destOrd="0" presId="urn:microsoft.com/office/officeart/2018/2/layout/IconCircleList"/>
    <dgm:cxn modelId="{F193611E-2FEE-4272-ACB9-EDDC7F462D2A}" type="presParOf" srcId="{6D644314-43E0-4695-86AF-8BBAD3F1B1F3}" destId="{DF214E69-BBE8-4442-9A7D-8DE5B110F4A3}" srcOrd="6" destOrd="0" presId="urn:microsoft.com/office/officeart/2018/2/layout/IconCircleList"/>
    <dgm:cxn modelId="{0486B7C8-DAB0-43F2-9EDE-1D160666D64D}" type="presParOf" srcId="{DF214E69-BBE8-4442-9A7D-8DE5B110F4A3}" destId="{3B236106-6445-447D-AD17-5F18FBD7E80D}" srcOrd="0" destOrd="0" presId="urn:microsoft.com/office/officeart/2018/2/layout/IconCircleList"/>
    <dgm:cxn modelId="{FC3575D4-A34F-4B69-AC67-E97295DD5B7B}" type="presParOf" srcId="{DF214E69-BBE8-4442-9A7D-8DE5B110F4A3}" destId="{8EC85250-2B9E-4658-97BD-C972C71A7D97}" srcOrd="1" destOrd="0" presId="urn:microsoft.com/office/officeart/2018/2/layout/IconCircleList"/>
    <dgm:cxn modelId="{D1C5BA4D-B9FA-4AF3-A063-1A77508EBB6A}" type="presParOf" srcId="{DF214E69-BBE8-4442-9A7D-8DE5B110F4A3}" destId="{B477FD30-E713-4CE0-BBA8-3A104C37B166}" srcOrd="2" destOrd="0" presId="urn:microsoft.com/office/officeart/2018/2/layout/IconCircleList"/>
    <dgm:cxn modelId="{245D7ABA-FA3D-44E5-B473-10A46F7D5008}" type="presParOf" srcId="{DF214E69-BBE8-4442-9A7D-8DE5B110F4A3}" destId="{12930B9F-FA10-46E0-ACF4-4D76C50EDF38}" srcOrd="3" destOrd="0" presId="urn:microsoft.com/office/officeart/2018/2/layout/IconCircleList"/>
    <dgm:cxn modelId="{A0587A4F-7544-4543-AB2A-4328D2009A3F}" type="presParOf" srcId="{6D644314-43E0-4695-86AF-8BBAD3F1B1F3}" destId="{06D11AAA-564F-446E-A140-EC76081C07BA}" srcOrd="7" destOrd="0" presId="urn:microsoft.com/office/officeart/2018/2/layout/IconCircleList"/>
    <dgm:cxn modelId="{FC456C97-7A77-4DD2-8D1F-32C55C1A0371}" type="presParOf" srcId="{6D644314-43E0-4695-86AF-8BBAD3F1B1F3}" destId="{7B9A1115-5F4D-4A02-ADD7-C537C4390FCF}" srcOrd="8" destOrd="0" presId="urn:microsoft.com/office/officeart/2018/2/layout/IconCircleList"/>
    <dgm:cxn modelId="{1243B63E-66AD-4059-88F1-9EC094248DE3}" type="presParOf" srcId="{7B9A1115-5F4D-4A02-ADD7-C537C4390FCF}" destId="{E24383BC-6654-483E-BA4C-96249A87BAEF}" srcOrd="0" destOrd="0" presId="urn:microsoft.com/office/officeart/2018/2/layout/IconCircleList"/>
    <dgm:cxn modelId="{09E9E199-24BA-4DA9-B12F-1A606C725E99}" type="presParOf" srcId="{7B9A1115-5F4D-4A02-ADD7-C537C4390FCF}" destId="{9FFA0D66-2488-4D25-8369-CEBB8A924F5C}" srcOrd="1" destOrd="0" presId="urn:microsoft.com/office/officeart/2018/2/layout/IconCircleList"/>
    <dgm:cxn modelId="{46131C1B-28D1-4A52-9771-705A37017633}" type="presParOf" srcId="{7B9A1115-5F4D-4A02-ADD7-C537C4390FCF}" destId="{FD5EEB90-CB40-4281-8FE2-E37DD0055E1D}" srcOrd="2" destOrd="0" presId="urn:microsoft.com/office/officeart/2018/2/layout/IconCircleList"/>
    <dgm:cxn modelId="{F6CE0C86-DDDF-42A6-8E00-3362FEAF47DD}" type="presParOf" srcId="{7B9A1115-5F4D-4A02-ADD7-C537C4390FCF}" destId="{0600CCB1-F896-496F-BC45-C033A283450D}"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8484660-E43D-4298-BE41-CEAC3774265C}" type="doc">
      <dgm:prSet loTypeId="urn:microsoft.com/office/officeart/2018/2/layout/IconCircleList" loCatId="icon" qsTypeId="urn:microsoft.com/office/officeart/2005/8/quickstyle/simple1" qsCatId="simple" csTypeId="urn:microsoft.com/office/officeart/2018/5/colors/Iconchunking_neutralicon_accent5_2" csCatId="accent5" phldr="1"/>
      <dgm:spPr/>
      <dgm:t>
        <a:bodyPr/>
        <a:lstStyle/>
        <a:p>
          <a:endParaRPr lang="en-US"/>
        </a:p>
      </dgm:t>
    </dgm:pt>
    <dgm:pt modelId="{B52C64CE-6C86-4CE7-A0A1-623E62072DE3}">
      <dgm:prSet/>
      <dgm:spPr/>
      <dgm:t>
        <a:bodyPr/>
        <a:lstStyle/>
        <a:p>
          <a:pPr>
            <a:lnSpc>
              <a:spcPct val="100000"/>
            </a:lnSpc>
          </a:pPr>
          <a:r>
            <a:rPr lang="en-US" b="1" dirty="0"/>
            <a:t>Best fit: </a:t>
          </a:r>
          <a:r>
            <a:rPr lang="en-US" dirty="0"/>
            <a:t>web app testing where developer feedback speed matters</a:t>
          </a:r>
        </a:p>
      </dgm:t>
    </dgm:pt>
    <dgm:pt modelId="{03E74927-7CD3-4B13-BF3F-ACD9A1F2934B}" type="parTrans" cxnId="{183471D0-55F3-4CB1-98FE-7159030BA7C9}">
      <dgm:prSet/>
      <dgm:spPr/>
      <dgm:t>
        <a:bodyPr/>
        <a:lstStyle/>
        <a:p>
          <a:endParaRPr lang="en-US"/>
        </a:p>
      </dgm:t>
    </dgm:pt>
    <dgm:pt modelId="{1F5A4980-70B2-46C1-9681-9AF419E69C9F}" type="sibTrans" cxnId="{183471D0-55F3-4CB1-98FE-7159030BA7C9}">
      <dgm:prSet/>
      <dgm:spPr/>
      <dgm:t>
        <a:bodyPr/>
        <a:lstStyle/>
        <a:p>
          <a:pPr>
            <a:lnSpc>
              <a:spcPct val="100000"/>
            </a:lnSpc>
          </a:pPr>
          <a:endParaRPr lang="en-US"/>
        </a:p>
      </dgm:t>
    </dgm:pt>
    <dgm:pt modelId="{8642FAD7-D80F-4096-B6FF-9AD8A13A0C00}">
      <dgm:prSet/>
      <dgm:spPr/>
      <dgm:t>
        <a:bodyPr/>
        <a:lstStyle/>
        <a:p>
          <a:pPr>
            <a:lnSpc>
              <a:spcPct val="100000"/>
            </a:lnSpc>
          </a:pPr>
          <a:r>
            <a:rPr lang="en-US" b="1" dirty="0"/>
            <a:t>Strengths: </a:t>
          </a:r>
          <a:r>
            <a:rPr lang="en-US" dirty="0"/>
            <a:t>quick setup, strong debugging experience, clear test readability</a:t>
          </a:r>
        </a:p>
      </dgm:t>
    </dgm:pt>
    <dgm:pt modelId="{B6DBE62C-3F70-406B-A63D-791FEC117D9A}" type="parTrans" cxnId="{838C2AF8-FB62-4BB4-B4A9-C23434ABFF1A}">
      <dgm:prSet/>
      <dgm:spPr/>
      <dgm:t>
        <a:bodyPr/>
        <a:lstStyle/>
        <a:p>
          <a:endParaRPr lang="en-US"/>
        </a:p>
      </dgm:t>
    </dgm:pt>
    <dgm:pt modelId="{0903219F-D68B-44E3-8441-40BDEA73C0D1}" type="sibTrans" cxnId="{838C2AF8-FB62-4BB4-B4A9-C23434ABFF1A}">
      <dgm:prSet/>
      <dgm:spPr/>
      <dgm:t>
        <a:bodyPr/>
        <a:lstStyle/>
        <a:p>
          <a:pPr>
            <a:lnSpc>
              <a:spcPct val="100000"/>
            </a:lnSpc>
          </a:pPr>
          <a:endParaRPr lang="en-US"/>
        </a:p>
      </dgm:t>
    </dgm:pt>
    <dgm:pt modelId="{F6ED0494-0C55-4CC6-BCF2-5C54B085D86E}">
      <dgm:prSet/>
      <dgm:spPr/>
      <dgm:t>
        <a:bodyPr/>
        <a:lstStyle/>
        <a:p>
          <a:pPr>
            <a:lnSpc>
              <a:spcPct val="100000"/>
            </a:lnSpc>
          </a:pPr>
          <a:r>
            <a:rPr lang="en-US" b="1" dirty="0"/>
            <a:t>Great for: </a:t>
          </a:r>
          <a:r>
            <a:rPr lang="en-US" dirty="0"/>
            <a:t>front end regression checks on critical pages and flows</a:t>
          </a:r>
        </a:p>
      </dgm:t>
    </dgm:pt>
    <dgm:pt modelId="{B89CDADD-0311-4A2D-B52B-7D0E9A0295F4}" type="parTrans" cxnId="{04679BB7-0234-4443-974D-E735DBD56AF8}">
      <dgm:prSet/>
      <dgm:spPr/>
      <dgm:t>
        <a:bodyPr/>
        <a:lstStyle/>
        <a:p>
          <a:endParaRPr lang="en-US"/>
        </a:p>
      </dgm:t>
    </dgm:pt>
    <dgm:pt modelId="{5105ECF9-F99C-471C-A758-4090073B0C80}" type="sibTrans" cxnId="{04679BB7-0234-4443-974D-E735DBD56AF8}">
      <dgm:prSet/>
      <dgm:spPr/>
      <dgm:t>
        <a:bodyPr/>
        <a:lstStyle/>
        <a:p>
          <a:pPr>
            <a:lnSpc>
              <a:spcPct val="100000"/>
            </a:lnSpc>
          </a:pPr>
          <a:endParaRPr lang="en-US"/>
        </a:p>
      </dgm:t>
    </dgm:pt>
    <dgm:pt modelId="{6E3A37B1-865F-41F8-BD70-1F20E63FC8D8}">
      <dgm:prSet/>
      <dgm:spPr/>
      <dgm:t>
        <a:bodyPr/>
        <a:lstStyle/>
        <a:p>
          <a:pPr>
            <a:lnSpc>
              <a:spcPct val="100000"/>
            </a:lnSpc>
          </a:pPr>
          <a:r>
            <a:rPr lang="en-US" b="1" dirty="0"/>
            <a:t>Works well with: </a:t>
          </a:r>
          <a:r>
            <a:rPr lang="en-US" dirty="0"/>
            <a:t>teams that already use JavaScript for tooling</a:t>
          </a:r>
        </a:p>
      </dgm:t>
    </dgm:pt>
    <dgm:pt modelId="{4AC5A1B9-C770-4ABB-9AE8-630B1A49C164}" type="parTrans" cxnId="{DCB18066-1CDE-416D-B97D-3888406CE8EF}">
      <dgm:prSet/>
      <dgm:spPr/>
      <dgm:t>
        <a:bodyPr/>
        <a:lstStyle/>
        <a:p>
          <a:endParaRPr lang="en-US"/>
        </a:p>
      </dgm:t>
    </dgm:pt>
    <dgm:pt modelId="{E1737505-5B97-4BB4-B871-76DBC2229567}" type="sibTrans" cxnId="{DCB18066-1CDE-416D-B97D-3888406CE8EF}">
      <dgm:prSet/>
      <dgm:spPr/>
      <dgm:t>
        <a:bodyPr/>
        <a:lstStyle/>
        <a:p>
          <a:pPr>
            <a:lnSpc>
              <a:spcPct val="100000"/>
            </a:lnSpc>
          </a:pPr>
          <a:endParaRPr lang="en-US"/>
        </a:p>
      </dgm:t>
    </dgm:pt>
    <dgm:pt modelId="{00C07206-9AAB-43E5-A8F6-CAE5307ECA40}">
      <dgm:prSet/>
      <dgm:spPr/>
      <dgm:t>
        <a:bodyPr/>
        <a:lstStyle/>
        <a:p>
          <a:pPr>
            <a:lnSpc>
              <a:spcPct val="100000"/>
            </a:lnSpc>
          </a:pPr>
          <a:r>
            <a:rPr lang="en-US" b="1" dirty="0"/>
            <a:t>Watch outs: </a:t>
          </a:r>
          <a:r>
            <a:rPr lang="en-US" dirty="0"/>
            <a:t>some environments and advanced browser coverage can add complexity</a:t>
          </a:r>
        </a:p>
      </dgm:t>
    </dgm:pt>
    <dgm:pt modelId="{07B668D6-DBFA-426A-850D-61A810C8FB60}" type="parTrans" cxnId="{BCFA383F-5D57-4D87-A44D-F3D5A34B3C38}">
      <dgm:prSet/>
      <dgm:spPr/>
      <dgm:t>
        <a:bodyPr/>
        <a:lstStyle/>
        <a:p>
          <a:endParaRPr lang="en-US"/>
        </a:p>
      </dgm:t>
    </dgm:pt>
    <dgm:pt modelId="{D4476AF4-6E7E-4532-9CA0-0E5BB0065910}" type="sibTrans" cxnId="{BCFA383F-5D57-4D87-A44D-F3D5A34B3C38}">
      <dgm:prSet/>
      <dgm:spPr/>
      <dgm:t>
        <a:bodyPr/>
        <a:lstStyle/>
        <a:p>
          <a:endParaRPr lang="en-US"/>
        </a:p>
      </dgm:t>
    </dgm:pt>
    <dgm:pt modelId="{03E4515F-C528-41A5-9817-B75536897C4C}" type="pres">
      <dgm:prSet presAssocID="{E8484660-E43D-4298-BE41-CEAC3774265C}" presName="root" presStyleCnt="0">
        <dgm:presLayoutVars>
          <dgm:dir/>
          <dgm:resizeHandles val="exact"/>
        </dgm:presLayoutVars>
      </dgm:prSet>
      <dgm:spPr/>
    </dgm:pt>
    <dgm:pt modelId="{F8952DCC-5DC5-4A1F-8FDD-BFBCF575A4E6}" type="pres">
      <dgm:prSet presAssocID="{E8484660-E43D-4298-BE41-CEAC3774265C}" presName="container" presStyleCnt="0">
        <dgm:presLayoutVars>
          <dgm:dir/>
          <dgm:resizeHandles val="exact"/>
        </dgm:presLayoutVars>
      </dgm:prSet>
      <dgm:spPr/>
    </dgm:pt>
    <dgm:pt modelId="{613496D6-482D-4C97-9D42-80F74823C0D1}" type="pres">
      <dgm:prSet presAssocID="{B52C64CE-6C86-4CE7-A0A1-623E62072DE3}" presName="compNode" presStyleCnt="0"/>
      <dgm:spPr/>
    </dgm:pt>
    <dgm:pt modelId="{C67ACEED-2153-47EE-999C-5EBA74CD7A50}" type="pres">
      <dgm:prSet presAssocID="{B52C64CE-6C86-4CE7-A0A1-623E62072DE3}" presName="iconBgRect" presStyleLbl="bgShp" presStyleIdx="0" presStyleCnt="5"/>
      <dgm:spPr/>
    </dgm:pt>
    <dgm:pt modelId="{77B7BB47-8FF5-410E-92D0-2928F84B84EA}" type="pres">
      <dgm:prSet presAssocID="{B52C64CE-6C86-4CE7-A0A1-623E62072DE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84F24F85-2BBF-48D8-9395-FA538E8BBFF6}" type="pres">
      <dgm:prSet presAssocID="{B52C64CE-6C86-4CE7-A0A1-623E62072DE3}" presName="spaceRect" presStyleCnt="0"/>
      <dgm:spPr/>
    </dgm:pt>
    <dgm:pt modelId="{A1EB72C6-0542-44C1-81A5-24F03D19F3B0}" type="pres">
      <dgm:prSet presAssocID="{B52C64CE-6C86-4CE7-A0A1-623E62072DE3}" presName="textRect" presStyleLbl="revTx" presStyleIdx="0" presStyleCnt="5">
        <dgm:presLayoutVars>
          <dgm:chMax val="1"/>
          <dgm:chPref val="1"/>
        </dgm:presLayoutVars>
      </dgm:prSet>
      <dgm:spPr/>
    </dgm:pt>
    <dgm:pt modelId="{BA623DC5-C117-4771-8BA2-EE8731477D6C}" type="pres">
      <dgm:prSet presAssocID="{1F5A4980-70B2-46C1-9681-9AF419E69C9F}" presName="sibTrans" presStyleLbl="sibTrans2D1" presStyleIdx="0" presStyleCnt="0"/>
      <dgm:spPr/>
    </dgm:pt>
    <dgm:pt modelId="{3B8C36E6-9550-42F3-A545-A5ED1EF2B43F}" type="pres">
      <dgm:prSet presAssocID="{8642FAD7-D80F-4096-B6FF-9AD8A13A0C00}" presName="compNode" presStyleCnt="0"/>
      <dgm:spPr/>
    </dgm:pt>
    <dgm:pt modelId="{79CB201D-6D4E-407A-915F-00898A0852F4}" type="pres">
      <dgm:prSet presAssocID="{8642FAD7-D80F-4096-B6FF-9AD8A13A0C00}" presName="iconBgRect" presStyleLbl="bgShp" presStyleIdx="1" presStyleCnt="5"/>
      <dgm:spPr/>
    </dgm:pt>
    <dgm:pt modelId="{8C5DC136-9043-4021-87AC-574BCF9AFFFA}" type="pres">
      <dgm:prSet presAssocID="{8642FAD7-D80F-4096-B6FF-9AD8A13A0C0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umbbell"/>
        </a:ext>
      </dgm:extLst>
    </dgm:pt>
    <dgm:pt modelId="{1C16DEDF-C6F9-418F-88BC-B595B7B29EE7}" type="pres">
      <dgm:prSet presAssocID="{8642FAD7-D80F-4096-B6FF-9AD8A13A0C00}" presName="spaceRect" presStyleCnt="0"/>
      <dgm:spPr/>
    </dgm:pt>
    <dgm:pt modelId="{C62FE065-D58E-4A5C-860A-8171D916A5B1}" type="pres">
      <dgm:prSet presAssocID="{8642FAD7-D80F-4096-B6FF-9AD8A13A0C00}" presName="textRect" presStyleLbl="revTx" presStyleIdx="1" presStyleCnt="5">
        <dgm:presLayoutVars>
          <dgm:chMax val="1"/>
          <dgm:chPref val="1"/>
        </dgm:presLayoutVars>
      </dgm:prSet>
      <dgm:spPr/>
    </dgm:pt>
    <dgm:pt modelId="{53254CDA-EC81-4D08-B635-D9212D4F247C}" type="pres">
      <dgm:prSet presAssocID="{0903219F-D68B-44E3-8441-40BDEA73C0D1}" presName="sibTrans" presStyleLbl="sibTrans2D1" presStyleIdx="0" presStyleCnt="0"/>
      <dgm:spPr/>
    </dgm:pt>
    <dgm:pt modelId="{3E46ED12-A4E3-40B6-BC43-724B8F751136}" type="pres">
      <dgm:prSet presAssocID="{F6ED0494-0C55-4CC6-BCF2-5C54B085D86E}" presName="compNode" presStyleCnt="0"/>
      <dgm:spPr/>
    </dgm:pt>
    <dgm:pt modelId="{9554B73E-0459-4D2B-B7B7-CBB23F4953D9}" type="pres">
      <dgm:prSet presAssocID="{F6ED0494-0C55-4CC6-BCF2-5C54B085D86E}" presName="iconBgRect" presStyleLbl="bgShp" presStyleIdx="2" presStyleCnt="5"/>
      <dgm:spPr/>
    </dgm:pt>
    <dgm:pt modelId="{2E92138E-CF2F-4CBF-87FC-3345E3B49BBF}" type="pres">
      <dgm:prSet presAssocID="{F6ED0494-0C55-4CC6-BCF2-5C54B085D86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nk Check"/>
        </a:ext>
      </dgm:extLst>
    </dgm:pt>
    <dgm:pt modelId="{14E07519-F021-4EF5-A436-EA7EDDEFE712}" type="pres">
      <dgm:prSet presAssocID="{F6ED0494-0C55-4CC6-BCF2-5C54B085D86E}" presName="spaceRect" presStyleCnt="0"/>
      <dgm:spPr/>
    </dgm:pt>
    <dgm:pt modelId="{51AB98E6-9776-4E86-98A5-F811030AE7E5}" type="pres">
      <dgm:prSet presAssocID="{F6ED0494-0C55-4CC6-BCF2-5C54B085D86E}" presName="textRect" presStyleLbl="revTx" presStyleIdx="2" presStyleCnt="5">
        <dgm:presLayoutVars>
          <dgm:chMax val="1"/>
          <dgm:chPref val="1"/>
        </dgm:presLayoutVars>
      </dgm:prSet>
      <dgm:spPr/>
    </dgm:pt>
    <dgm:pt modelId="{8EEA7339-76D0-4BB5-AD9E-0F3BC61417B3}" type="pres">
      <dgm:prSet presAssocID="{5105ECF9-F99C-471C-A758-4090073B0C80}" presName="sibTrans" presStyleLbl="sibTrans2D1" presStyleIdx="0" presStyleCnt="0"/>
      <dgm:spPr/>
    </dgm:pt>
    <dgm:pt modelId="{986DBC68-40EB-4E59-AE7F-27560E194B1A}" type="pres">
      <dgm:prSet presAssocID="{6E3A37B1-865F-41F8-BD70-1F20E63FC8D8}" presName="compNode" presStyleCnt="0"/>
      <dgm:spPr/>
    </dgm:pt>
    <dgm:pt modelId="{9E54C61E-5C66-4A49-9CBD-59EAF5726EE0}" type="pres">
      <dgm:prSet presAssocID="{6E3A37B1-865F-41F8-BD70-1F20E63FC8D8}" presName="iconBgRect" presStyleLbl="bgShp" presStyleIdx="3" presStyleCnt="5"/>
      <dgm:spPr/>
    </dgm:pt>
    <dgm:pt modelId="{9BD0A615-E531-425F-B6F3-CE1D53C37857}" type="pres">
      <dgm:prSet presAssocID="{6E3A37B1-865F-41F8-BD70-1F20E63FC8D8}"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ools"/>
        </a:ext>
      </dgm:extLst>
    </dgm:pt>
    <dgm:pt modelId="{2A905DE4-2E77-4C4E-ADD7-C3F0BBF1BB65}" type="pres">
      <dgm:prSet presAssocID="{6E3A37B1-865F-41F8-BD70-1F20E63FC8D8}" presName="spaceRect" presStyleCnt="0"/>
      <dgm:spPr/>
    </dgm:pt>
    <dgm:pt modelId="{288EC86D-52AC-4127-B976-633916378E43}" type="pres">
      <dgm:prSet presAssocID="{6E3A37B1-865F-41F8-BD70-1F20E63FC8D8}" presName="textRect" presStyleLbl="revTx" presStyleIdx="3" presStyleCnt="5">
        <dgm:presLayoutVars>
          <dgm:chMax val="1"/>
          <dgm:chPref val="1"/>
        </dgm:presLayoutVars>
      </dgm:prSet>
      <dgm:spPr/>
    </dgm:pt>
    <dgm:pt modelId="{8A5DCF43-DBB6-49DB-A03F-B11062F25AC7}" type="pres">
      <dgm:prSet presAssocID="{E1737505-5B97-4BB4-B871-76DBC2229567}" presName="sibTrans" presStyleLbl="sibTrans2D1" presStyleIdx="0" presStyleCnt="0"/>
      <dgm:spPr/>
    </dgm:pt>
    <dgm:pt modelId="{76601448-2B54-4CD0-8DFA-8BC17D018496}" type="pres">
      <dgm:prSet presAssocID="{00C07206-9AAB-43E5-A8F6-CAE5307ECA40}" presName="compNode" presStyleCnt="0"/>
      <dgm:spPr/>
    </dgm:pt>
    <dgm:pt modelId="{59EEBCD9-0414-44F4-95EE-1557B29F6D0F}" type="pres">
      <dgm:prSet presAssocID="{00C07206-9AAB-43E5-A8F6-CAE5307ECA40}" presName="iconBgRect" presStyleLbl="bgShp" presStyleIdx="4" presStyleCnt="5"/>
      <dgm:spPr/>
    </dgm:pt>
    <dgm:pt modelId="{8F9BD27F-1578-407B-BCEE-81981FFA9480}" type="pres">
      <dgm:prSet presAssocID="{00C07206-9AAB-43E5-A8F6-CAE5307ECA40}"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mputer"/>
        </a:ext>
      </dgm:extLst>
    </dgm:pt>
    <dgm:pt modelId="{46DDE009-336D-4630-B41A-DE7A99217C15}" type="pres">
      <dgm:prSet presAssocID="{00C07206-9AAB-43E5-A8F6-CAE5307ECA40}" presName="spaceRect" presStyleCnt="0"/>
      <dgm:spPr/>
    </dgm:pt>
    <dgm:pt modelId="{13EB576C-70EB-440C-AA31-61BEF2EB9A15}" type="pres">
      <dgm:prSet presAssocID="{00C07206-9AAB-43E5-A8F6-CAE5307ECA40}" presName="textRect" presStyleLbl="revTx" presStyleIdx="4" presStyleCnt="5">
        <dgm:presLayoutVars>
          <dgm:chMax val="1"/>
          <dgm:chPref val="1"/>
        </dgm:presLayoutVars>
      </dgm:prSet>
      <dgm:spPr/>
    </dgm:pt>
  </dgm:ptLst>
  <dgm:cxnLst>
    <dgm:cxn modelId="{E72E5B08-B6A8-47B8-AC15-3D98B26CD961}" type="presOf" srcId="{1F5A4980-70B2-46C1-9681-9AF419E69C9F}" destId="{BA623DC5-C117-4771-8BA2-EE8731477D6C}" srcOrd="0" destOrd="0" presId="urn:microsoft.com/office/officeart/2018/2/layout/IconCircleList"/>
    <dgm:cxn modelId="{C479821E-7584-4592-848E-9AE5F97D4BE7}" type="presOf" srcId="{8642FAD7-D80F-4096-B6FF-9AD8A13A0C00}" destId="{C62FE065-D58E-4A5C-860A-8171D916A5B1}" srcOrd="0" destOrd="0" presId="urn:microsoft.com/office/officeart/2018/2/layout/IconCircleList"/>
    <dgm:cxn modelId="{53F69D2B-9893-433C-BE00-147708D07487}" type="presOf" srcId="{6E3A37B1-865F-41F8-BD70-1F20E63FC8D8}" destId="{288EC86D-52AC-4127-B976-633916378E43}" srcOrd="0" destOrd="0" presId="urn:microsoft.com/office/officeart/2018/2/layout/IconCircleList"/>
    <dgm:cxn modelId="{D2F57234-5601-4EB0-881B-811B9CF2906A}" type="presOf" srcId="{E1737505-5B97-4BB4-B871-76DBC2229567}" destId="{8A5DCF43-DBB6-49DB-A03F-B11062F25AC7}" srcOrd="0" destOrd="0" presId="urn:microsoft.com/office/officeart/2018/2/layout/IconCircleList"/>
    <dgm:cxn modelId="{BCFA383F-5D57-4D87-A44D-F3D5A34B3C38}" srcId="{E8484660-E43D-4298-BE41-CEAC3774265C}" destId="{00C07206-9AAB-43E5-A8F6-CAE5307ECA40}" srcOrd="4" destOrd="0" parTransId="{07B668D6-DBFA-426A-850D-61A810C8FB60}" sibTransId="{D4476AF4-6E7E-4532-9CA0-0E5BB0065910}"/>
    <dgm:cxn modelId="{DCB18066-1CDE-416D-B97D-3888406CE8EF}" srcId="{E8484660-E43D-4298-BE41-CEAC3774265C}" destId="{6E3A37B1-865F-41F8-BD70-1F20E63FC8D8}" srcOrd="3" destOrd="0" parTransId="{4AC5A1B9-C770-4ABB-9AE8-630B1A49C164}" sibTransId="{E1737505-5B97-4BB4-B871-76DBC2229567}"/>
    <dgm:cxn modelId="{D2F10D6E-3478-4F64-9797-7CE4059875BC}" type="presOf" srcId="{0903219F-D68B-44E3-8441-40BDEA73C0D1}" destId="{53254CDA-EC81-4D08-B635-D9212D4F247C}" srcOrd="0" destOrd="0" presId="urn:microsoft.com/office/officeart/2018/2/layout/IconCircleList"/>
    <dgm:cxn modelId="{27318D7C-891B-49A5-AB6E-5D2C545B1F2A}" type="presOf" srcId="{5105ECF9-F99C-471C-A758-4090073B0C80}" destId="{8EEA7339-76D0-4BB5-AD9E-0F3BC61417B3}" srcOrd="0" destOrd="0" presId="urn:microsoft.com/office/officeart/2018/2/layout/IconCircleList"/>
    <dgm:cxn modelId="{F5E2DA8C-B943-4F92-9674-8F605EB178B2}" type="presOf" srcId="{E8484660-E43D-4298-BE41-CEAC3774265C}" destId="{03E4515F-C528-41A5-9817-B75536897C4C}" srcOrd="0" destOrd="0" presId="urn:microsoft.com/office/officeart/2018/2/layout/IconCircleList"/>
    <dgm:cxn modelId="{B8A206AA-8861-46CE-8B4A-4E76767FA810}" type="presOf" srcId="{B52C64CE-6C86-4CE7-A0A1-623E62072DE3}" destId="{A1EB72C6-0542-44C1-81A5-24F03D19F3B0}" srcOrd="0" destOrd="0" presId="urn:microsoft.com/office/officeart/2018/2/layout/IconCircleList"/>
    <dgm:cxn modelId="{04679BB7-0234-4443-974D-E735DBD56AF8}" srcId="{E8484660-E43D-4298-BE41-CEAC3774265C}" destId="{F6ED0494-0C55-4CC6-BCF2-5C54B085D86E}" srcOrd="2" destOrd="0" parTransId="{B89CDADD-0311-4A2D-B52B-7D0E9A0295F4}" sibTransId="{5105ECF9-F99C-471C-A758-4090073B0C80}"/>
    <dgm:cxn modelId="{183471D0-55F3-4CB1-98FE-7159030BA7C9}" srcId="{E8484660-E43D-4298-BE41-CEAC3774265C}" destId="{B52C64CE-6C86-4CE7-A0A1-623E62072DE3}" srcOrd="0" destOrd="0" parTransId="{03E74927-7CD3-4B13-BF3F-ACD9A1F2934B}" sibTransId="{1F5A4980-70B2-46C1-9681-9AF419E69C9F}"/>
    <dgm:cxn modelId="{2A01C8E1-93C3-4C71-8D0E-6CA5D74E3EA1}" type="presOf" srcId="{F6ED0494-0C55-4CC6-BCF2-5C54B085D86E}" destId="{51AB98E6-9776-4E86-98A5-F811030AE7E5}" srcOrd="0" destOrd="0" presId="urn:microsoft.com/office/officeart/2018/2/layout/IconCircleList"/>
    <dgm:cxn modelId="{C81D79E5-394C-4F4B-97D5-54652E7F2874}" type="presOf" srcId="{00C07206-9AAB-43E5-A8F6-CAE5307ECA40}" destId="{13EB576C-70EB-440C-AA31-61BEF2EB9A15}" srcOrd="0" destOrd="0" presId="urn:microsoft.com/office/officeart/2018/2/layout/IconCircleList"/>
    <dgm:cxn modelId="{838C2AF8-FB62-4BB4-B4A9-C23434ABFF1A}" srcId="{E8484660-E43D-4298-BE41-CEAC3774265C}" destId="{8642FAD7-D80F-4096-B6FF-9AD8A13A0C00}" srcOrd="1" destOrd="0" parTransId="{B6DBE62C-3F70-406B-A63D-791FEC117D9A}" sibTransId="{0903219F-D68B-44E3-8441-40BDEA73C0D1}"/>
    <dgm:cxn modelId="{0B10B584-6E09-4CD5-AABB-058E2B790780}" type="presParOf" srcId="{03E4515F-C528-41A5-9817-B75536897C4C}" destId="{F8952DCC-5DC5-4A1F-8FDD-BFBCF575A4E6}" srcOrd="0" destOrd="0" presId="urn:microsoft.com/office/officeart/2018/2/layout/IconCircleList"/>
    <dgm:cxn modelId="{28733652-7A6D-4298-A68E-55FCDBC4FD35}" type="presParOf" srcId="{F8952DCC-5DC5-4A1F-8FDD-BFBCF575A4E6}" destId="{613496D6-482D-4C97-9D42-80F74823C0D1}" srcOrd="0" destOrd="0" presId="urn:microsoft.com/office/officeart/2018/2/layout/IconCircleList"/>
    <dgm:cxn modelId="{FCF02F10-3E24-4EC0-8F85-84747A267513}" type="presParOf" srcId="{613496D6-482D-4C97-9D42-80F74823C0D1}" destId="{C67ACEED-2153-47EE-999C-5EBA74CD7A50}" srcOrd="0" destOrd="0" presId="urn:microsoft.com/office/officeart/2018/2/layout/IconCircleList"/>
    <dgm:cxn modelId="{9D3F3F90-EB6A-4919-9B49-2B4B8D4F7D23}" type="presParOf" srcId="{613496D6-482D-4C97-9D42-80F74823C0D1}" destId="{77B7BB47-8FF5-410E-92D0-2928F84B84EA}" srcOrd="1" destOrd="0" presId="urn:microsoft.com/office/officeart/2018/2/layout/IconCircleList"/>
    <dgm:cxn modelId="{731253E1-B069-4170-B91F-B38093F46F7F}" type="presParOf" srcId="{613496D6-482D-4C97-9D42-80F74823C0D1}" destId="{84F24F85-2BBF-48D8-9395-FA538E8BBFF6}" srcOrd="2" destOrd="0" presId="urn:microsoft.com/office/officeart/2018/2/layout/IconCircleList"/>
    <dgm:cxn modelId="{944A896E-4E55-4928-A33F-8A981D58311B}" type="presParOf" srcId="{613496D6-482D-4C97-9D42-80F74823C0D1}" destId="{A1EB72C6-0542-44C1-81A5-24F03D19F3B0}" srcOrd="3" destOrd="0" presId="urn:microsoft.com/office/officeart/2018/2/layout/IconCircleList"/>
    <dgm:cxn modelId="{3E589850-2922-4C16-A075-571606349D28}" type="presParOf" srcId="{F8952DCC-5DC5-4A1F-8FDD-BFBCF575A4E6}" destId="{BA623DC5-C117-4771-8BA2-EE8731477D6C}" srcOrd="1" destOrd="0" presId="urn:microsoft.com/office/officeart/2018/2/layout/IconCircleList"/>
    <dgm:cxn modelId="{74992108-DAF7-4613-A8CF-624BEC2D2ACB}" type="presParOf" srcId="{F8952DCC-5DC5-4A1F-8FDD-BFBCF575A4E6}" destId="{3B8C36E6-9550-42F3-A545-A5ED1EF2B43F}" srcOrd="2" destOrd="0" presId="urn:microsoft.com/office/officeart/2018/2/layout/IconCircleList"/>
    <dgm:cxn modelId="{CE545E20-B522-463D-8A44-BEFF5CCD6D22}" type="presParOf" srcId="{3B8C36E6-9550-42F3-A545-A5ED1EF2B43F}" destId="{79CB201D-6D4E-407A-915F-00898A0852F4}" srcOrd="0" destOrd="0" presId="urn:microsoft.com/office/officeart/2018/2/layout/IconCircleList"/>
    <dgm:cxn modelId="{44C0C6C6-B7BA-4623-B486-A5B088BD0D35}" type="presParOf" srcId="{3B8C36E6-9550-42F3-A545-A5ED1EF2B43F}" destId="{8C5DC136-9043-4021-87AC-574BCF9AFFFA}" srcOrd="1" destOrd="0" presId="urn:microsoft.com/office/officeart/2018/2/layout/IconCircleList"/>
    <dgm:cxn modelId="{EEFF27DE-6EFD-4795-A205-BD0E213A9D72}" type="presParOf" srcId="{3B8C36E6-9550-42F3-A545-A5ED1EF2B43F}" destId="{1C16DEDF-C6F9-418F-88BC-B595B7B29EE7}" srcOrd="2" destOrd="0" presId="urn:microsoft.com/office/officeart/2018/2/layout/IconCircleList"/>
    <dgm:cxn modelId="{14FBA6B1-B11A-4881-8850-0A688C9A888B}" type="presParOf" srcId="{3B8C36E6-9550-42F3-A545-A5ED1EF2B43F}" destId="{C62FE065-D58E-4A5C-860A-8171D916A5B1}" srcOrd="3" destOrd="0" presId="urn:microsoft.com/office/officeart/2018/2/layout/IconCircleList"/>
    <dgm:cxn modelId="{DD49C1D3-5FDB-460F-BB1D-4781F92406B1}" type="presParOf" srcId="{F8952DCC-5DC5-4A1F-8FDD-BFBCF575A4E6}" destId="{53254CDA-EC81-4D08-B635-D9212D4F247C}" srcOrd="3" destOrd="0" presId="urn:microsoft.com/office/officeart/2018/2/layout/IconCircleList"/>
    <dgm:cxn modelId="{07391D00-15F1-4A4F-95E1-2D80FBA6C771}" type="presParOf" srcId="{F8952DCC-5DC5-4A1F-8FDD-BFBCF575A4E6}" destId="{3E46ED12-A4E3-40B6-BC43-724B8F751136}" srcOrd="4" destOrd="0" presId="urn:microsoft.com/office/officeart/2018/2/layout/IconCircleList"/>
    <dgm:cxn modelId="{4B280038-7314-4361-83C5-4DAA1D2A7E52}" type="presParOf" srcId="{3E46ED12-A4E3-40B6-BC43-724B8F751136}" destId="{9554B73E-0459-4D2B-B7B7-CBB23F4953D9}" srcOrd="0" destOrd="0" presId="urn:microsoft.com/office/officeart/2018/2/layout/IconCircleList"/>
    <dgm:cxn modelId="{FEEAA115-2818-40AB-ABE5-9AC4ED7E871F}" type="presParOf" srcId="{3E46ED12-A4E3-40B6-BC43-724B8F751136}" destId="{2E92138E-CF2F-4CBF-87FC-3345E3B49BBF}" srcOrd="1" destOrd="0" presId="urn:microsoft.com/office/officeart/2018/2/layout/IconCircleList"/>
    <dgm:cxn modelId="{397C72D4-DD26-4F7A-A01F-93ABFEF2D780}" type="presParOf" srcId="{3E46ED12-A4E3-40B6-BC43-724B8F751136}" destId="{14E07519-F021-4EF5-A436-EA7EDDEFE712}" srcOrd="2" destOrd="0" presId="urn:microsoft.com/office/officeart/2018/2/layout/IconCircleList"/>
    <dgm:cxn modelId="{828F6B98-F08E-4BCA-8FB7-3F44E265522E}" type="presParOf" srcId="{3E46ED12-A4E3-40B6-BC43-724B8F751136}" destId="{51AB98E6-9776-4E86-98A5-F811030AE7E5}" srcOrd="3" destOrd="0" presId="urn:microsoft.com/office/officeart/2018/2/layout/IconCircleList"/>
    <dgm:cxn modelId="{F814C1F0-D2DE-45A4-8CE3-FED4A6B40D76}" type="presParOf" srcId="{F8952DCC-5DC5-4A1F-8FDD-BFBCF575A4E6}" destId="{8EEA7339-76D0-4BB5-AD9E-0F3BC61417B3}" srcOrd="5" destOrd="0" presId="urn:microsoft.com/office/officeart/2018/2/layout/IconCircleList"/>
    <dgm:cxn modelId="{94CD71C9-BA8E-45D1-B15B-6C2BA2DD0E81}" type="presParOf" srcId="{F8952DCC-5DC5-4A1F-8FDD-BFBCF575A4E6}" destId="{986DBC68-40EB-4E59-AE7F-27560E194B1A}" srcOrd="6" destOrd="0" presId="urn:microsoft.com/office/officeart/2018/2/layout/IconCircleList"/>
    <dgm:cxn modelId="{35FCFACC-16C9-470F-B3D7-2CE49658A309}" type="presParOf" srcId="{986DBC68-40EB-4E59-AE7F-27560E194B1A}" destId="{9E54C61E-5C66-4A49-9CBD-59EAF5726EE0}" srcOrd="0" destOrd="0" presId="urn:microsoft.com/office/officeart/2018/2/layout/IconCircleList"/>
    <dgm:cxn modelId="{4FCB775F-C6B0-4D34-BF10-3A281416973B}" type="presParOf" srcId="{986DBC68-40EB-4E59-AE7F-27560E194B1A}" destId="{9BD0A615-E531-425F-B6F3-CE1D53C37857}" srcOrd="1" destOrd="0" presId="urn:microsoft.com/office/officeart/2018/2/layout/IconCircleList"/>
    <dgm:cxn modelId="{5867DAE5-E91C-4BD2-BE7B-316197F9DB42}" type="presParOf" srcId="{986DBC68-40EB-4E59-AE7F-27560E194B1A}" destId="{2A905DE4-2E77-4C4E-ADD7-C3F0BBF1BB65}" srcOrd="2" destOrd="0" presId="urn:microsoft.com/office/officeart/2018/2/layout/IconCircleList"/>
    <dgm:cxn modelId="{E454ABD2-C57D-4902-9CB9-6DDDAEA88C9A}" type="presParOf" srcId="{986DBC68-40EB-4E59-AE7F-27560E194B1A}" destId="{288EC86D-52AC-4127-B976-633916378E43}" srcOrd="3" destOrd="0" presId="urn:microsoft.com/office/officeart/2018/2/layout/IconCircleList"/>
    <dgm:cxn modelId="{318912BC-AB92-4A49-B3B8-A772FC511EF8}" type="presParOf" srcId="{F8952DCC-5DC5-4A1F-8FDD-BFBCF575A4E6}" destId="{8A5DCF43-DBB6-49DB-A03F-B11062F25AC7}" srcOrd="7" destOrd="0" presId="urn:microsoft.com/office/officeart/2018/2/layout/IconCircleList"/>
    <dgm:cxn modelId="{C3708702-6804-4564-ADF0-9F038107044B}" type="presParOf" srcId="{F8952DCC-5DC5-4A1F-8FDD-BFBCF575A4E6}" destId="{76601448-2B54-4CD0-8DFA-8BC17D018496}" srcOrd="8" destOrd="0" presId="urn:microsoft.com/office/officeart/2018/2/layout/IconCircleList"/>
    <dgm:cxn modelId="{57C6EDCA-DFAD-46E9-BA8F-6087B9F3212E}" type="presParOf" srcId="{76601448-2B54-4CD0-8DFA-8BC17D018496}" destId="{59EEBCD9-0414-44F4-95EE-1557B29F6D0F}" srcOrd="0" destOrd="0" presId="urn:microsoft.com/office/officeart/2018/2/layout/IconCircleList"/>
    <dgm:cxn modelId="{87090231-4A18-45B6-8BDA-D9988783E590}" type="presParOf" srcId="{76601448-2B54-4CD0-8DFA-8BC17D018496}" destId="{8F9BD27F-1578-407B-BCEE-81981FFA9480}" srcOrd="1" destOrd="0" presId="urn:microsoft.com/office/officeart/2018/2/layout/IconCircleList"/>
    <dgm:cxn modelId="{FB3F9471-4D2E-40BA-B009-D109AFD43139}" type="presParOf" srcId="{76601448-2B54-4CD0-8DFA-8BC17D018496}" destId="{46DDE009-336D-4630-B41A-DE7A99217C15}" srcOrd="2" destOrd="0" presId="urn:microsoft.com/office/officeart/2018/2/layout/IconCircleList"/>
    <dgm:cxn modelId="{324F73D4-E80B-4499-AF17-25E12073FA62}" type="presParOf" srcId="{76601448-2B54-4CD0-8DFA-8BC17D018496}" destId="{13EB576C-70EB-440C-AA31-61BEF2EB9A15}"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002B039-5805-4CC6-8B04-906102027288}" type="doc">
      <dgm:prSet loTypeId="urn:microsoft.com/office/officeart/2018/5/layout/IconCircleLabelList" loCatId="icon" qsTypeId="urn:microsoft.com/office/officeart/2005/8/quickstyle/simple1" qsCatId="simple" csTypeId="urn:microsoft.com/office/officeart/2018/5/colors/Iconchunking_coloredtext_colorful2" csCatId="colorful" phldr="1"/>
      <dgm:spPr/>
      <dgm:t>
        <a:bodyPr/>
        <a:lstStyle/>
        <a:p>
          <a:endParaRPr lang="en-US"/>
        </a:p>
      </dgm:t>
    </dgm:pt>
    <dgm:pt modelId="{9F2A128F-B28E-4ED2-8597-3F6B97ABAA89}">
      <dgm:prSet/>
      <dgm:spPr/>
      <dgm:t>
        <a:bodyPr/>
        <a:lstStyle/>
        <a:p>
          <a:pPr>
            <a:lnSpc>
              <a:spcPct val="100000"/>
            </a:lnSpc>
            <a:defRPr cap="all"/>
          </a:pPr>
          <a:r>
            <a:rPr lang="en-US" dirty="0"/>
            <a:t>Best fit: broad compatibility needs and long term browser automation programs</a:t>
          </a:r>
        </a:p>
      </dgm:t>
    </dgm:pt>
    <dgm:pt modelId="{C17346AC-A810-4239-9432-1314F923E944}" type="parTrans" cxnId="{4605E97F-2E96-48CA-B75C-473384CC4BEF}">
      <dgm:prSet/>
      <dgm:spPr/>
      <dgm:t>
        <a:bodyPr/>
        <a:lstStyle/>
        <a:p>
          <a:endParaRPr lang="en-US"/>
        </a:p>
      </dgm:t>
    </dgm:pt>
    <dgm:pt modelId="{C63A9C35-3E13-4CC9-806F-15CFCE8C460A}" type="sibTrans" cxnId="{4605E97F-2E96-48CA-B75C-473384CC4BEF}">
      <dgm:prSet/>
      <dgm:spPr/>
      <dgm:t>
        <a:bodyPr/>
        <a:lstStyle/>
        <a:p>
          <a:endParaRPr lang="en-US"/>
        </a:p>
      </dgm:t>
    </dgm:pt>
    <dgm:pt modelId="{B083A32F-71D6-41F9-AA47-5464B5ADDD91}">
      <dgm:prSet/>
      <dgm:spPr/>
      <dgm:t>
        <a:bodyPr/>
        <a:lstStyle/>
        <a:p>
          <a:pPr>
            <a:lnSpc>
              <a:spcPct val="100000"/>
            </a:lnSpc>
            <a:defRPr cap="all"/>
          </a:pPr>
          <a:r>
            <a:rPr lang="en-US" dirty="0"/>
            <a:t>Strengths: widely adopted, strong ecosystem, supports multiple languages</a:t>
          </a:r>
        </a:p>
      </dgm:t>
    </dgm:pt>
    <dgm:pt modelId="{243DCD46-6E06-40F1-9B7F-100EA09D29EB}" type="parTrans" cxnId="{8F4E22A2-F6B3-4C90-AC3B-7DBD4506CFBF}">
      <dgm:prSet/>
      <dgm:spPr/>
      <dgm:t>
        <a:bodyPr/>
        <a:lstStyle/>
        <a:p>
          <a:endParaRPr lang="en-US"/>
        </a:p>
      </dgm:t>
    </dgm:pt>
    <dgm:pt modelId="{EE2E95E7-90D4-4D13-863F-74AB52A58F1B}" type="sibTrans" cxnId="{8F4E22A2-F6B3-4C90-AC3B-7DBD4506CFBF}">
      <dgm:prSet/>
      <dgm:spPr/>
      <dgm:t>
        <a:bodyPr/>
        <a:lstStyle/>
        <a:p>
          <a:endParaRPr lang="en-US"/>
        </a:p>
      </dgm:t>
    </dgm:pt>
    <dgm:pt modelId="{6A3B8827-9FED-4B4A-9F00-51730C98B897}">
      <dgm:prSet/>
      <dgm:spPr/>
      <dgm:t>
        <a:bodyPr/>
        <a:lstStyle/>
        <a:p>
          <a:pPr>
            <a:lnSpc>
              <a:spcPct val="100000"/>
            </a:lnSpc>
            <a:defRPr cap="all"/>
          </a:pPr>
          <a:r>
            <a:rPr lang="en-US"/>
            <a:t>Great for: large regression suites and mixed tech stacks</a:t>
          </a:r>
        </a:p>
      </dgm:t>
    </dgm:pt>
    <dgm:pt modelId="{A05BED43-E200-4E60-A209-AA6A0A17C931}" type="parTrans" cxnId="{EBEE5027-D2DF-41AE-BAFC-430A0C945E80}">
      <dgm:prSet/>
      <dgm:spPr/>
      <dgm:t>
        <a:bodyPr/>
        <a:lstStyle/>
        <a:p>
          <a:endParaRPr lang="en-US"/>
        </a:p>
      </dgm:t>
    </dgm:pt>
    <dgm:pt modelId="{DBB25193-7533-4313-8211-D6F211804316}" type="sibTrans" cxnId="{EBEE5027-D2DF-41AE-BAFC-430A0C945E80}">
      <dgm:prSet/>
      <dgm:spPr/>
      <dgm:t>
        <a:bodyPr/>
        <a:lstStyle/>
        <a:p>
          <a:endParaRPr lang="en-US"/>
        </a:p>
      </dgm:t>
    </dgm:pt>
    <dgm:pt modelId="{59DE06A1-EE70-4FCD-8651-A883B4B54FF5}">
      <dgm:prSet/>
      <dgm:spPr/>
      <dgm:t>
        <a:bodyPr/>
        <a:lstStyle/>
        <a:p>
          <a:pPr>
            <a:lnSpc>
              <a:spcPct val="100000"/>
            </a:lnSpc>
            <a:defRPr cap="all"/>
          </a:pPr>
          <a:r>
            <a:rPr lang="en-US"/>
            <a:t>Works well when: the team needs flexible integrations and established patterns</a:t>
          </a:r>
        </a:p>
      </dgm:t>
    </dgm:pt>
    <dgm:pt modelId="{13791783-2D3F-498D-AC9F-1B0B6FD2FFBC}" type="parTrans" cxnId="{3AB7531E-E4F8-4082-8A79-7A80CAAC92F6}">
      <dgm:prSet/>
      <dgm:spPr/>
      <dgm:t>
        <a:bodyPr/>
        <a:lstStyle/>
        <a:p>
          <a:endParaRPr lang="en-US"/>
        </a:p>
      </dgm:t>
    </dgm:pt>
    <dgm:pt modelId="{D3D36A19-2955-4988-B08E-F6353CBC072C}" type="sibTrans" cxnId="{3AB7531E-E4F8-4082-8A79-7A80CAAC92F6}">
      <dgm:prSet/>
      <dgm:spPr/>
      <dgm:t>
        <a:bodyPr/>
        <a:lstStyle/>
        <a:p>
          <a:endParaRPr lang="en-US"/>
        </a:p>
      </dgm:t>
    </dgm:pt>
    <dgm:pt modelId="{C13F2A57-0AB7-46AC-AC07-41BC78EC1C0A}">
      <dgm:prSet/>
      <dgm:spPr/>
      <dgm:t>
        <a:bodyPr/>
        <a:lstStyle/>
        <a:p>
          <a:pPr>
            <a:lnSpc>
              <a:spcPct val="100000"/>
            </a:lnSpc>
            <a:defRPr cap="all"/>
          </a:pPr>
          <a:r>
            <a:rPr lang="en-US"/>
            <a:t>Watch outs: suites can become slow or brittle without good design and maintenance</a:t>
          </a:r>
        </a:p>
      </dgm:t>
    </dgm:pt>
    <dgm:pt modelId="{A644B409-72A0-499B-94BF-2549BE3220FD}" type="parTrans" cxnId="{E53F39D1-35CD-41E6-AAEA-B3D1C2DA4D09}">
      <dgm:prSet/>
      <dgm:spPr/>
      <dgm:t>
        <a:bodyPr/>
        <a:lstStyle/>
        <a:p>
          <a:endParaRPr lang="en-US"/>
        </a:p>
      </dgm:t>
    </dgm:pt>
    <dgm:pt modelId="{3341A1D9-94A1-4EB4-949B-0F9AE630BD4A}" type="sibTrans" cxnId="{E53F39D1-35CD-41E6-AAEA-B3D1C2DA4D09}">
      <dgm:prSet/>
      <dgm:spPr/>
      <dgm:t>
        <a:bodyPr/>
        <a:lstStyle/>
        <a:p>
          <a:endParaRPr lang="en-US"/>
        </a:p>
      </dgm:t>
    </dgm:pt>
    <dgm:pt modelId="{C40FAE99-9DE7-40F7-89BB-ED62241E04BC}" type="pres">
      <dgm:prSet presAssocID="{2002B039-5805-4CC6-8B04-906102027288}" presName="root" presStyleCnt="0">
        <dgm:presLayoutVars>
          <dgm:dir/>
          <dgm:resizeHandles val="exact"/>
        </dgm:presLayoutVars>
      </dgm:prSet>
      <dgm:spPr/>
    </dgm:pt>
    <dgm:pt modelId="{55B37DC6-FD18-4908-8185-28D14929AEA8}" type="pres">
      <dgm:prSet presAssocID="{9F2A128F-B28E-4ED2-8597-3F6B97ABAA89}" presName="compNode" presStyleCnt="0"/>
      <dgm:spPr/>
    </dgm:pt>
    <dgm:pt modelId="{55FBD9E5-516E-4131-8BF9-2A61BFE6E36B}" type="pres">
      <dgm:prSet presAssocID="{9F2A128F-B28E-4ED2-8597-3F6B97ABAA89}" presName="iconBgRect" presStyleLbl="bgShp" presStyleIdx="0" presStyleCnt="5"/>
      <dgm:spPr/>
    </dgm:pt>
    <dgm:pt modelId="{A536DEFC-0EE5-4DC1-9412-F4B9139BCD7B}" type="pres">
      <dgm:prSet presAssocID="{9F2A128F-B28E-4ED2-8597-3F6B97ABAA8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050B5A6C-9FBC-45B6-A692-62E73AAB2EF5}" type="pres">
      <dgm:prSet presAssocID="{9F2A128F-B28E-4ED2-8597-3F6B97ABAA89}" presName="spaceRect" presStyleCnt="0"/>
      <dgm:spPr/>
    </dgm:pt>
    <dgm:pt modelId="{834751F4-32D1-4104-BCC3-8E3681A6E55F}" type="pres">
      <dgm:prSet presAssocID="{9F2A128F-B28E-4ED2-8597-3F6B97ABAA89}" presName="textRect" presStyleLbl="revTx" presStyleIdx="0" presStyleCnt="5">
        <dgm:presLayoutVars>
          <dgm:chMax val="1"/>
          <dgm:chPref val="1"/>
        </dgm:presLayoutVars>
      </dgm:prSet>
      <dgm:spPr/>
    </dgm:pt>
    <dgm:pt modelId="{4CEF938A-F27D-4D85-9FC0-84CDF8629B1C}" type="pres">
      <dgm:prSet presAssocID="{C63A9C35-3E13-4CC9-806F-15CFCE8C460A}" presName="sibTrans" presStyleCnt="0"/>
      <dgm:spPr/>
    </dgm:pt>
    <dgm:pt modelId="{D5D6FCE6-02CE-425F-882A-422C394A8CB8}" type="pres">
      <dgm:prSet presAssocID="{B083A32F-71D6-41F9-AA47-5464B5ADDD91}" presName="compNode" presStyleCnt="0"/>
      <dgm:spPr/>
    </dgm:pt>
    <dgm:pt modelId="{A67121BC-100C-46B1-8477-AD601471D019}" type="pres">
      <dgm:prSet presAssocID="{B083A32F-71D6-41F9-AA47-5464B5ADDD91}" presName="iconBgRect" presStyleLbl="bgShp" presStyleIdx="1" presStyleCnt="5"/>
      <dgm:spPr/>
    </dgm:pt>
    <dgm:pt modelId="{6FF110DE-9B92-4558-8976-87114D7F6B2A}" type="pres">
      <dgm:prSet presAssocID="{B083A32F-71D6-41F9-AA47-5464B5ADDD9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Venn Diagram"/>
        </a:ext>
      </dgm:extLst>
    </dgm:pt>
    <dgm:pt modelId="{07AD595D-089E-4D40-BBFC-C37783733731}" type="pres">
      <dgm:prSet presAssocID="{B083A32F-71D6-41F9-AA47-5464B5ADDD91}" presName="spaceRect" presStyleCnt="0"/>
      <dgm:spPr/>
    </dgm:pt>
    <dgm:pt modelId="{DFB7107C-0588-4FA3-925D-CD41DE0CAF02}" type="pres">
      <dgm:prSet presAssocID="{B083A32F-71D6-41F9-AA47-5464B5ADDD91}" presName="textRect" presStyleLbl="revTx" presStyleIdx="1" presStyleCnt="5">
        <dgm:presLayoutVars>
          <dgm:chMax val="1"/>
          <dgm:chPref val="1"/>
        </dgm:presLayoutVars>
      </dgm:prSet>
      <dgm:spPr/>
    </dgm:pt>
    <dgm:pt modelId="{F67885A5-2D0B-48FA-9B39-85CEE1A079DE}" type="pres">
      <dgm:prSet presAssocID="{EE2E95E7-90D4-4D13-863F-74AB52A58F1B}" presName="sibTrans" presStyleCnt="0"/>
      <dgm:spPr/>
    </dgm:pt>
    <dgm:pt modelId="{B0034016-E6AA-4F27-A8F6-F0BED7913A67}" type="pres">
      <dgm:prSet presAssocID="{6A3B8827-9FED-4B4A-9F00-51730C98B897}" presName="compNode" presStyleCnt="0"/>
      <dgm:spPr/>
    </dgm:pt>
    <dgm:pt modelId="{702C05D3-8C06-463D-B727-8924716F1734}" type="pres">
      <dgm:prSet presAssocID="{6A3B8827-9FED-4B4A-9F00-51730C98B897}" presName="iconBgRect" presStyleLbl="bgShp" presStyleIdx="2" presStyleCnt="5"/>
      <dgm:spPr/>
    </dgm:pt>
    <dgm:pt modelId="{F6DE969C-B46B-4B42-8CF4-DD0D3755E461}" type="pres">
      <dgm:prSet presAssocID="{6A3B8827-9FED-4B4A-9F00-51730C98B897}"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104A7354-2416-4EB2-9F4A-5962747E021B}" type="pres">
      <dgm:prSet presAssocID="{6A3B8827-9FED-4B4A-9F00-51730C98B897}" presName="spaceRect" presStyleCnt="0"/>
      <dgm:spPr/>
    </dgm:pt>
    <dgm:pt modelId="{B557E4E6-6CAF-4838-B507-154692BCD375}" type="pres">
      <dgm:prSet presAssocID="{6A3B8827-9FED-4B4A-9F00-51730C98B897}" presName="textRect" presStyleLbl="revTx" presStyleIdx="2" presStyleCnt="5">
        <dgm:presLayoutVars>
          <dgm:chMax val="1"/>
          <dgm:chPref val="1"/>
        </dgm:presLayoutVars>
      </dgm:prSet>
      <dgm:spPr/>
    </dgm:pt>
    <dgm:pt modelId="{BEAB0BB6-612C-490B-A6C7-32D847C66C66}" type="pres">
      <dgm:prSet presAssocID="{DBB25193-7533-4313-8211-D6F211804316}" presName="sibTrans" presStyleCnt="0"/>
      <dgm:spPr/>
    </dgm:pt>
    <dgm:pt modelId="{BE701AA7-6D11-4A0C-B384-FE1F063413B0}" type="pres">
      <dgm:prSet presAssocID="{59DE06A1-EE70-4FCD-8651-A883B4B54FF5}" presName="compNode" presStyleCnt="0"/>
      <dgm:spPr/>
    </dgm:pt>
    <dgm:pt modelId="{7C4D96FA-020B-4E9C-89AD-9EDC2AD6BC08}" type="pres">
      <dgm:prSet presAssocID="{59DE06A1-EE70-4FCD-8651-A883B4B54FF5}" presName="iconBgRect" presStyleLbl="bgShp" presStyleIdx="3" presStyleCnt="5"/>
      <dgm:spPr/>
    </dgm:pt>
    <dgm:pt modelId="{C9254A17-69EC-4F91-AF16-970E21EAD66D}" type="pres">
      <dgm:prSet presAssocID="{59DE06A1-EE70-4FCD-8651-A883B4B54FF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ranching Diagram"/>
        </a:ext>
      </dgm:extLst>
    </dgm:pt>
    <dgm:pt modelId="{7E6CC697-246C-4DFE-B052-E3E20514E2B6}" type="pres">
      <dgm:prSet presAssocID="{59DE06A1-EE70-4FCD-8651-A883B4B54FF5}" presName="spaceRect" presStyleCnt="0"/>
      <dgm:spPr/>
    </dgm:pt>
    <dgm:pt modelId="{F5CF398A-498E-4742-AF1E-BF0D4FBEA4BA}" type="pres">
      <dgm:prSet presAssocID="{59DE06A1-EE70-4FCD-8651-A883B4B54FF5}" presName="textRect" presStyleLbl="revTx" presStyleIdx="3" presStyleCnt="5">
        <dgm:presLayoutVars>
          <dgm:chMax val="1"/>
          <dgm:chPref val="1"/>
        </dgm:presLayoutVars>
      </dgm:prSet>
      <dgm:spPr/>
    </dgm:pt>
    <dgm:pt modelId="{366EC585-72D1-4CB3-9A6C-AEBA8E54AA03}" type="pres">
      <dgm:prSet presAssocID="{D3D36A19-2955-4988-B08E-F6353CBC072C}" presName="sibTrans" presStyleCnt="0"/>
      <dgm:spPr/>
    </dgm:pt>
    <dgm:pt modelId="{AC0E8A48-353B-4215-9678-0280059AC5EC}" type="pres">
      <dgm:prSet presAssocID="{C13F2A57-0AB7-46AC-AC07-41BC78EC1C0A}" presName="compNode" presStyleCnt="0"/>
      <dgm:spPr/>
    </dgm:pt>
    <dgm:pt modelId="{7536698C-CD16-422A-9557-9DDB4AF7B35A}" type="pres">
      <dgm:prSet presAssocID="{C13F2A57-0AB7-46AC-AC07-41BC78EC1C0A}" presName="iconBgRect" presStyleLbl="bgShp" presStyleIdx="4" presStyleCnt="5"/>
      <dgm:spPr/>
    </dgm:pt>
    <dgm:pt modelId="{84E6DD5A-AE1C-48EA-B4E6-D65E1E51AA03}" type="pres">
      <dgm:prSet presAssocID="{C13F2A57-0AB7-46AC-AC07-41BC78EC1C0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aw blade"/>
        </a:ext>
      </dgm:extLst>
    </dgm:pt>
    <dgm:pt modelId="{ECA6E79B-C18A-45B8-9A42-68F7E64495E6}" type="pres">
      <dgm:prSet presAssocID="{C13F2A57-0AB7-46AC-AC07-41BC78EC1C0A}" presName="spaceRect" presStyleCnt="0"/>
      <dgm:spPr/>
    </dgm:pt>
    <dgm:pt modelId="{EECEC28E-6D10-49FB-982C-81DC79405F9F}" type="pres">
      <dgm:prSet presAssocID="{C13F2A57-0AB7-46AC-AC07-41BC78EC1C0A}" presName="textRect" presStyleLbl="revTx" presStyleIdx="4" presStyleCnt="5">
        <dgm:presLayoutVars>
          <dgm:chMax val="1"/>
          <dgm:chPref val="1"/>
        </dgm:presLayoutVars>
      </dgm:prSet>
      <dgm:spPr/>
    </dgm:pt>
  </dgm:ptLst>
  <dgm:cxnLst>
    <dgm:cxn modelId="{5D7B7E01-00CF-4F7A-9C6D-70F6925CDAA3}" type="presOf" srcId="{B083A32F-71D6-41F9-AA47-5464B5ADDD91}" destId="{DFB7107C-0588-4FA3-925D-CD41DE0CAF02}" srcOrd="0" destOrd="0" presId="urn:microsoft.com/office/officeart/2018/5/layout/IconCircleLabelList"/>
    <dgm:cxn modelId="{F0F0AC17-A521-4DD9-8A2C-5963F337B7C1}" type="presOf" srcId="{2002B039-5805-4CC6-8B04-906102027288}" destId="{C40FAE99-9DE7-40F7-89BB-ED62241E04BC}" srcOrd="0" destOrd="0" presId="urn:microsoft.com/office/officeart/2018/5/layout/IconCircleLabelList"/>
    <dgm:cxn modelId="{3AB7531E-E4F8-4082-8A79-7A80CAAC92F6}" srcId="{2002B039-5805-4CC6-8B04-906102027288}" destId="{59DE06A1-EE70-4FCD-8651-A883B4B54FF5}" srcOrd="3" destOrd="0" parTransId="{13791783-2D3F-498D-AC9F-1B0B6FD2FFBC}" sibTransId="{D3D36A19-2955-4988-B08E-F6353CBC072C}"/>
    <dgm:cxn modelId="{925D2F21-58A7-42F5-9F1E-5090CC335C2F}" type="presOf" srcId="{C13F2A57-0AB7-46AC-AC07-41BC78EC1C0A}" destId="{EECEC28E-6D10-49FB-982C-81DC79405F9F}" srcOrd="0" destOrd="0" presId="urn:microsoft.com/office/officeart/2018/5/layout/IconCircleLabelList"/>
    <dgm:cxn modelId="{EBEE5027-D2DF-41AE-BAFC-430A0C945E80}" srcId="{2002B039-5805-4CC6-8B04-906102027288}" destId="{6A3B8827-9FED-4B4A-9F00-51730C98B897}" srcOrd="2" destOrd="0" parTransId="{A05BED43-E200-4E60-A209-AA6A0A17C931}" sibTransId="{DBB25193-7533-4313-8211-D6F211804316}"/>
    <dgm:cxn modelId="{03EC1C42-533B-419C-8F3C-978DBE66293F}" type="presOf" srcId="{59DE06A1-EE70-4FCD-8651-A883B4B54FF5}" destId="{F5CF398A-498E-4742-AF1E-BF0D4FBEA4BA}" srcOrd="0" destOrd="0" presId="urn:microsoft.com/office/officeart/2018/5/layout/IconCircleLabelList"/>
    <dgm:cxn modelId="{E305266B-B101-41C3-BB30-F04F1E9AFD06}" type="presOf" srcId="{9F2A128F-B28E-4ED2-8597-3F6B97ABAA89}" destId="{834751F4-32D1-4104-BCC3-8E3681A6E55F}" srcOrd="0" destOrd="0" presId="urn:microsoft.com/office/officeart/2018/5/layout/IconCircleLabelList"/>
    <dgm:cxn modelId="{4605E97F-2E96-48CA-B75C-473384CC4BEF}" srcId="{2002B039-5805-4CC6-8B04-906102027288}" destId="{9F2A128F-B28E-4ED2-8597-3F6B97ABAA89}" srcOrd="0" destOrd="0" parTransId="{C17346AC-A810-4239-9432-1314F923E944}" sibTransId="{C63A9C35-3E13-4CC9-806F-15CFCE8C460A}"/>
    <dgm:cxn modelId="{8F4E22A2-F6B3-4C90-AC3B-7DBD4506CFBF}" srcId="{2002B039-5805-4CC6-8B04-906102027288}" destId="{B083A32F-71D6-41F9-AA47-5464B5ADDD91}" srcOrd="1" destOrd="0" parTransId="{243DCD46-6E06-40F1-9B7F-100EA09D29EB}" sibTransId="{EE2E95E7-90D4-4D13-863F-74AB52A58F1B}"/>
    <dgm:cxn modelId="{E53F39D1-35CD-41E6-AAEA-B3D1C2DA4D09}" srcId="{2002B039-5805-4CC6-8B04-906102027288}" destId="{C13F2A57-0AB7-46AC-AC07-41BC78EC1C0A}" srcOrd="4" destOrd="0" parTransId="{A644B409-72A0-499B-94BF-2549BE3220FD}" sibTransId="{3341A1D9-94A1-4EB4-949B-0F9AE630BD4A}"/>
    <dgm:cxn modelId="{2972EEF3-1C09-49A6-AFAA-D551D77BE2DC}" type="presOf" srcId="{6A3B8827-9FED-4B4A-9F00-51730C98B897}" destId="{B557E4E6-6CAF-4838-B507-154692BCD375}" srcOrd="0" destOrd="0" presId="urn:microsoft.com/office/officeart/2018/5/layout/IconCircleLabelList"/>
    <dgm:cxn modelId="{9FD1BA25-75D5-4935-9F73-D99EDAD8B618}" type="presParOf" srcId="{C40FAE99-9DE7-40F7-89BB-ED62241E04BC}" destId="{55B37DC6-FD18-4908-8185-28D14929AEA8}" srcOrd="0" destOrd="0" presId="urn:microsoft.com/office/officeart/2018/5/layout/IconCircleLabelList"/>
    <dgm:cxn modelId="{95615D0E-784C-4F53-BD3A-461CEECFDDD3}" type="presParOf" srcId="{55B37DC6-FD18-4908-8185-28D14929AEA8}" destId="{55FBD9E5-516E-4131-8BF9-2A61BFE6E36B}" srcOrd="0" destOrd="0" presId="urn:microsoft.com/office/officeart/2018/5/layout/IconCircleLabelList"/>
    <dgm:cxn modelId="{0D15EF9A-53E9-43EE-BF3C-00A3F194B18F}" type="presParOf" srcId="{55B37DC6-FD18-4908-8185-28D14929AEA8}" destId="{A536DEFC-0EE5-4DC1-9412-F4B9139BCD7B}" srcOrd="1" destOrd="0" presId="urn:microsoft.com/office/officeart/2018/5/layout/IconCircleLabelList"/>
    <dgm:cxn modelId="{BCE89F09-419E-4361-A7FA-2BDA59955F39}" type="presParOf" srcId="{55B37DC6-FD18-4908-8185-28D14929AEA8}" destId="{050B5A6C-9FBC-45B6-A692-62E73AAB2EF5}" srcOrd="2" destOrd="0" presId="urn:microsoft.com/office/officeart/2018/5/layout/IconCircleLabelList"/>
    <dgm:cxn modelId="{2F2E0FDC-1FAE-4984-8537-14F27CB2F4D9}" type="presParOf" srcId="{55B37DC6-FD18-4908-8185-28D14929AEA8}" destId="{834751F4-32D1-4104-BCC3-8E3681A6E55F}" srcOrd="3" destOrd="0" presId="urn:microsoft.com/office/officeart/2018/5/layout/IconCircleLabelList"/>
    <dgm:cxn modelId="{0671AB4E-BEC6-42B2-9CAC-086E31BA5FCA}" type="presParOf" srcId="{C40FAE99-9DE7-40F7-89BB-ED62241E04BC}" destId="{4CEF938A-F27D-4D85-9FC0-84CDF8629B1C}" srcOrd="1" destOrd="0" presId="urn:microsoft.com/office/officeart/2018/5/layout/IconCircleLabelList"/>
    <dgm:cxn modelId="{571F8024-6F1D-4F75-8CB3-1619D8AC7B0F}" type="presParOf" srcId="{C40FAE99-9DE7-40F7-89BB-ED62241E04BC}" destId="{D5D6FCE6-02CE-425F-882A-422C394A8CB8}" srcOrd="2" destOrd="0" presId="urn:microsoft.com/office/officeart/2018/5/layout/IconCircleLabelList"/>
    <dgm:cxn modelId="{7D284148-5FB0-43EF-92FC-CEE2864E3592}" type="presParOf" srcId="{D5D6FCE6-02CE-425F-882A-422C394A8CB8}" destId="{A67121BC-100C-46B1-8477-AD601471D019}" srcOrd="0" destOrd="0" presId="urn:microsoft.com/office/officeart/2018/5/layout/IconCircleLabelList"/>
    <dgm:cxn modelId="{B7C610F8-3451-4558-A0A0-1A156E9DC647}" type="presParOf" srcId="{D5D6FCE6-02CE-425F-882A-422C394A8CB8}" destId="{6FF110DE-9B92-4558-8976-87114D7F6B2A}" srcOrd="1" destOrd="0" presId="urn:microsoft.com/office/officeart/2018/5/layout/IconCircleLabelList"/>
    <dgm:cxn modelId="{CA597B70-5B40-4EBA-9ED3-9C104F6AB292}" type="presParOf" srcId="{D5D6FCE6-02CE-425F-882A-422C394A8CB8}" destId="{07AD595D-089E-4D40-BBFC-C37783733731}" srcOrd="2" destOrd="0" presId="urn:microsoft.com/office/officeart/2018/5/layout/IconCircleLabelList"/>
    <dgm:cxn modelId="{F30B1FBE-5F2C-4934-8AFC-ADA98878DA6B}" type="presParOf" srcId="{D5D6FCE6-02CE-425F-882A-422C394A8CB8}" destId="{DFB7107C-0588-4FA3-925D-CD41DE0CAF02}" srcOrd="3" destOrd="0" presId="urn:microsoft.com/office/officeart/2018/5/layout/IconCircleLabelList"/>
    <dgm:cxn modelId="{62B3F580-9035-47BB-8D33-CF1FCAD1F135}" type="presParOf" srcId="{C40FAE99-9DE7-40F7-89BB-ED62241E04BC}" destId="{F67885A5-2D0B-48FA-9B39-85CEE1A079DE}" srcOrd="3" destOrd="0" presId="urn:microsoft.com/office/officeart/2018/5/layout/IconCircleLabelList"/>
    <dgm:cxn modelId="{57C3F3B8-8827-4557-8EAB-67B315B42C1C}" type="presParOf" srcId="{C40FAE99-9DE7-40F7-89BB-ED62241E04BC}" destId="{B0034016-E6AA-4F27-A8F6-F0BED7913A67}" srcOrd="4" destOrd="0" presId="urn:microsoft.com/office/officeart/2018/5/layout/IconCircleLabelList"/>
    <dgm:cxn modelId="{7E69F771-3BE7-400E-AB3B-D2B17929151B}" type="presParOf" srcId="{B0034016-E6AA-4F27-A8F6-F0BED7913A67}" destId="{702C05D3-8C06-463D-B727-8924716F1734}" srcOrd="0" destOrd="0" presId="urn:microsoft.com/office/officeart/2018/5/layout/IconCircleLabelList"/>
    <dgm:cxn modelId="{3F20BAE4-BCB1-485A-AFD4-558E89C2F6C2}" type="presParOf" srcId="{B0034016-E6AA-4F27-A8F6-F0BED7913A67}" destId="{F6DE969C-B46B-4B42-8CF4-DD0D3755E461}" srcOrd="1" destOrd="0" presId="urn:microsoft.com/office/officeart/2018/5/layout/IconCircleLabelList"/>
    <dgm:cxn modelId="{EEDDA30C-2DC9-45F8-92F2-D4472D999F07}" type="presParOf" srcId="{B0034016-E6AA-4F27-A8F6-F0BED7913A67}" destId="{104A7354-2416-4EB2-9F4A-5962747E021B}" srcOrd="2" destOrd="0" presId="urn:microsoft.com/office/officeart/2018/5/layout/IconCircleLabelList"/>
    <dgm:cxn modelId="{23C37071-EFDB-4EA0-BB21-1B40C891F7FE}" type="presParOf" srcId="{B0034016-E6AA-4F27-A8F6-F0BED7913A67}" destId="{B557E4E6-6CAF-4838-B507-154692BCD375}" srcOrd="3" destOrd="0" presId="urn:microsoft.com/office/officeart/2018/5/layout/IconCircleLabelList"/>
    <dgm:cxn modelId="{5E13577B-8832-45B7-9F4D-C78ACF8B676A}" type="presParOf" srcId="{C40FAE99-9DE7-40F7-89BB-ED62241E04BC}" destId="{BEAB0BB6-612C-490B-A6C7-32D847C66C66}" srcOrd="5" destOrd="0" presId="urn:microsoft.com/office/officeart/2018/5/layout/IconCircleLabelList"/>
    <dgm:cxn modelId="{D4A9D1D3-0FC0-4B5E-A43B-3477A3009537}" type="presParOf" srcId="{C40FAE99-9DE7-40F7-89BB-ED62241E04BC}" destId="{BE701AA7-6D11-4A0C-B384-FE1F063413B0}" srcOrd="6" destOrd="0" presId="urn:microsoft.com/office/officeart/2018/5/layout/IconCircleLabelList"/>
    <dgm:cxn modelId="{3E34E2AB-64A2-4E7E-BAFA-ABB49327A415}" type="presParOf" srcId="{BE701AA7-6D11-4A0C-B384-FE1F063413B0}" destId="{7C4D96FA-020B-4E9C-89AD-9EDC2AD6BC08}" srcOrd="0" destOrd="0" presId="urn:microsoft.com/office/officeart/2018/5/layout/IconCircleLabelList"/>
    <dgm:cxn modelId="{059ED712-DAF6-446B-9989-1171570D3A6F}" type="presParOf" srcId="{BE701AA7-6D11-4A0C-B384-FE1F063413B0}" destId="{C9254A17-69EC-4F91-AF16-970E21EAD66D}" srcOrd="1" destOrd="0" presId="urn:microsoft.com/office/officeart/2018/5/layout/IconCircleLabelList"/>
    <dgm:cxn modelId="{DA7EEE4C-0F48-4E7B-BA75-EAB7D00AE81C}" type="presParOf" srcId="{BE701AA7-6D11-4A0C-B384-FE1F063413B0}" destId="{7E6CC697-246C-4DFE-B052-E3E20514E2B6}" srcOrd="2" destOrd="0" presId="urn:microsoft.com/office/officeart/2018/5/layout/IconCircleLabelList"/>
    <dgm:cxn modelId="{A48DA8FE-AA8A-4AE3-905B-0C8E6AED6A08}" type="presParOf" srcId="{BE701AA7-6D11-4A0C-B384-FE1F063413B0}" destId="{F5CF398A-498E-4742-AF1E-BF0D4FBEA4BA}" srcOrd="3" destOrd="0" presId="urn:microsoft.com/office/officeart/2018/5/layout/IconCircleLabelList"/>
    <dgm:cxn modelId="{B41D0EF1-5A8C-4BEF-A703-A246FFE1D54A}" type="presParOf" srcId="{C40FAE99-9DE7-40F7-89BB-ED62241E04BC}" destId="{366EC585-72D1-4CB3-9A6C-AEBA8E54AA03}" srcOrd="7" destOrd="0" presId="urn:microsoft.com/office/officeart/2018/5/layout/IconCircleLabelList"/>
    <dgm:cxn modelId="{F1BFFCDB-2A98-4297-8053-3B2C46F5D926}" type="presParOf" srcId="{C40FAE99-9DE7-40F7-89BB-ED62241E04BC}" destId="{AC0E8A48-353B-4215-9678-0280059AC5EC}" srcOrd="8" destOrd="0" presId="urn:microsoft.com/office/officeart/2018/5/layout/IconCircleLabelList"/>
    <dgm:cxn modelId="{647E8021-AD2E-4BE8-A49F-FF66A9C056F0}" type="presParOf" srcId="{AC0E8A48-353B-4215-9678-0280059AC5EC}" destId="{7536698C-CD16-422A-9557-9DDB4AF7B35A}" srcOrd="0" destOrd="0" presId="urn:microsoft.com/office/officeart/2018/5/layout/IconCircleLabelList"/>
    <dgm:cxn modelId="{8F2DC107-DB0E-4BBC-91FC-8F853FC5DAA1}" type="presParOf" srcId="{AC0E8A48-353B-4215-9678-0280059AC5EC}" destId="{84E6DD5A-AE1C-48EA-B4E6-D65E1E51AA03}" srcOrd="1" destOrd="0" presId="urn:microsoft.com/office/officeart/2018/5/layout/IconCircleLabelList"/>
    <dgm:cxn modelId="{64D6CA31-6B15-4EA0-B104-3A027BF8E9AC}" type="presParOf" srcId="{AC0E8A48-353B-4215-9678-0280059AC5EC}" destId="{ECA6E79B-C18A-45B8-9A42-68F7E64495E6}" srcOrd="2" destOrd="0" presId="urn:microsoft.com/office/officeart/2018/5/layout/IconCircleLabelList"/>
    <dgm:cxn modelId="{1A3758C5-FF6B-4240-81BB-3AFDBEB7B39F}" type="presParOf" srcId="{AC0E8A48-353B-4215-9678-0280059AC5EC}" destId="{EECEC28E-6D10-49FB-982C-81DC79405F9F}" srcOrd="3" destOrd="0" presId="urn:microsoft.com/office/officeart/2018/5/layout/IconCircle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CB2FDD1-0C1F-47B4-92FC-F085BA130622}" type="doc">
      <dgm:prSet loTypeId="urn:microsoft.com/office/officeart/2016/7/layout/BasicLinearProcessNumbered" loCatId="process" qsTypeId="urn:microsoft.com/office/officeart/2005/8/quickstyle/simple1" qsCatId="simple" csTypeId="urn:microsoft.com/office/officeart/2005/8/colors/colorful1" csCatId="colorful" phldr="1"/>
      <dgm:spPr/>
      <dgm:t>
        <a:bodyPr/>
        <a:lstStyle/>
        <a:p>
          <a:endParaRPr lang="en-US"/>
        </a:p>
      </dgm:t>
    </dgm:pt>
    <dgm:pt modelId="{69671C90-AD40-4FE8-A2E3-5EB7F9EB00CF}">
      <dgm:prSet/>
      <dgm:spPr/>
      <dgm:t>
        <a:bodyPr/>
        <a:lstStyle/>
        <a:p>
          <a:r>
            <a:rPr lang="en-US" dirty="0"/>
            <a:t>If you need fast, reliable cross browser user flow testing: </a:t>
          </a:r>
          <a:r>
            <a:rPr lang="en-US" b="1" dirty="0"/>
            <a:t>Playwright</a:t>
          </a:r>
        </a:p>
      </dgm:t>
    </dgm:pt>
    <dgm:pt modelId="{B2C80381-6074-4187-90A4-CFD289F16970}" type="parTrans" cxnId="{CE9038A8-2433-45B2-95AF-9F47F57332DE}">
      <dgm:prSet/>
      <dgm:spPr/>
      <dgm:t>
        <a:bodyPr/>
        <a:lstStyle/>
        <a:p>
          <a:endParaRPr lang="en-US"/>
        </a:p>
      </dgm:t>
    </dgm:pt>
    <dgm:pt modelId="{5AA2C41F-A145-4004-9753-1D4086D38BAB}" type="sibTrans" cxnId="{CE9038A8-2433-45B2-95AF-9F47F57332DE}">
      <dgm:prSet phldrT="1" phldr="0"/>
      <dgm:spPr>
        <a:blipFill dpi="0" rotWithShape="0">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t>
        <a:bodyPr/>
        <a:lstStyle/>
        <a:p>
          <a:r>
            <a:rPr lang="en-US"/>
            <a:t>1</a:t>
          </a:r>
          <a:endParaRPr lang="en-US" dirty="0"/>
        </a:p>
      </dgm:t>
    </dgm:pt>
    <dgm:pt modelId="{3B81D96B-4C3A-411C-B551-0A0DB77EA378}">
      <dgm:prSet/>
      <dgm:spPr/>
      <dgm:t>
        <a:bodyPr/>
        <a:lstStyle/>
        <a:p>
          <a:r>
            <a:rPr lang="en-US" dirty="0"/>
            <a:t>If you want fast feedback for web UI changes: </a:t>
          </a:r>
          <a:r>
            <a:rPr lang="en-US" b="1" dirty="0"/>
            <a:t>Cypress</a:t>
          </a:r>
        </a:p>
      </dgm:t>
    </dgm:pt>
    <dgm:pt modelId="{8432B9FD-307D-4239-98EF-AD58E738363C}" type="parTrans" cxnId="{E09CB24C-2C1B-43A1-B972-CD99A47D4BC7}">
      <dgm:prSet/>
      <dgm:spPr/>
      <dgm:t>
        <a:bodyPr/>
        <a:lstStyle/>
        <a:p>
          <a:endParaRPr lang="en-US"/>
        </a:p>
      </dgm:t>
    </dgm:pt>
    <dgm:pt modelId="{C526DED8-B11F-4768-A5B0-753CA34D35C3}" type="sibTrans" cxnId="{E09CB24C-2C1B-43A1-B972-CD99A47D4BC7}">
      <dgm:prSet phldrT="2" phldr="0"/>
      <dgm:spPr>
        <a:blipFill dpi="0" rotWithShape="0">
          <a:blip xmlns:r="http://schemas.openxmlformats.org/officeDocument/2006/relationships" r:embed="rId2">
            <a:extLst>
              <a:ext uri="{96DAC541-7B7A-43D3-8B79-37D633B846F1}">
                <asvg:svgBlip xmlns:asvg="http://schemas.microsoft.com/office/drawing/2016/SVG/main" r:embed="rId3"/>
              </a:ext>
            </a:extLst>
          </a:blip>
          <a:srcRect/>
          <a:stretch>
            <a:fillRect/>
          </a:stretch>
        </a:blipFill>
      </dgm:spPr>
      <dgm:t>
        <a:bodyPr/>
        <a:lstStyle/>
        <a:p>
          <a:r>
            <a:rPr lang="en-US"/>
            <a:t>2</a:t>
          </a:r>
          <a:endParaRPr lang="en-US" dirty="0"/>
        </a:p>
      </dgm:t>
    </dgm:pt>
    <dgm:pt modelId="{592ECD8B-DA66-4C84-B99F-DD6F7269A394}">
      <dgm:prSet/>
      <dgm:spPr/>
      <dgm:t>
        <a:bodyPr/>
        <a:lstStyle/>
        <a:p>
          <a:r>
            <a:rPr lang="en-US" dirty="0"/>
            <a:t>If you need mature ecosystem and language flexibility: </a:t>
          </a:r>
          <a:r>
            <a:rPr lang="en-US" b="1" dirty="0"/>
            <a:t>Selenium</a:t>
          </a:r>
        </a:p>
      </dgm:t>
    </dgm:pt>
    <dgm:pt modelId="{BF5E2826-FD7A-4C25-8F9F-771A9B3A24F6}" type="parTrans" cxnId="{227F2088-D7F7-4F96-9E00-A1F37BD85C20}">
      <dgm:prSet/>
      <dgm:spPr/>
      <dgm:t>
        <a:bodyPr/>
        <a:lstStyle/>
        <a:p>
          <a:endParaRPr lang="en-US"/>
        </a:p>
      </dgm:t>
    </dgm:pt>
    <dgm:pt modelId="{021C5929-1B5E-4149-98D2-43094507BA4A}" type="sibTrans" cxnId="{227F2088-D7F7-4F96-9E00-A1F37BD85C20}">
      <dgm:prSet phldrT="3" phldr="0"/>
      <dgm:spPr>
        <a:blipFill dpi="0" rotWithShape="0">
          <a:blip xmlns:r="http://schemas.openxmlformats.org/officeDocument/2006/relationships" r:embed="rId4">
            <a:extLst>
              <a:ext uri="{28A0092B-C50C-407E-A947-70E740481C1C}">
                <a14:useLocalDpi xmlns:a14="http://schemas.microsoft.com/office/drawing/2010/main" val="0"/>
              </a:ext>
            </a:extLst>
          </a:blip>
          <a:srcRect/>
          <a:stretch>
            <a:fillRect/>
          </a:stretch>
        </a:blipFill>
      </dgm:spPr>
      <dgm:t>
        <a:bodyPr/>
        <a:lstStyle/>
        <a:p>
          <a:r>
            <a:rPr lang="en-US"/>
            <a:t>3</a:t>
          </a:r>
        </a:p>
      </dgm:t>
    </dgm:pt>
    <dgm:pt modelId="{D3D89682-EA55-4B04-AF56-74FCB5ADC9E4}">
      <dgm:prSet/>
      <dgm:spPr/>
      <dgm:t>
        <a:bodyPr/>
        <a:lstStyle/>
        <a:p>
          <a:r>
            <a:rPr lang="en-US" b="1" dirty="0"/>
            <a:t>Plan for maintenance: </a:t>
          </a:r>
          <a:r>
            <a:rPr lang="en-US" dirty="0"/>
            <a:t>stable locators, reusable helpers, and clean test data</a:t>
          </a:r>
        </a:p>
      </dgm:t>
    </dgm:pt>
    <dgm:pt modelId="{B3249695-C7A2-4C02-9A9B-5B606BFC1ADE}" type="parTrans" cxnId="{C06FD723-DBB2-4756-BA88-4E0D3B2EFEAC}">
      <dgm:prSet/>
      <dgm:spPr/>
      <dgm:t>
        <a:bodyPr/>
        <a:lstStyle/>
        <a:p>
          <a:endParaRPr lang="en-US"/>
        </a:p>
      </dgm:t>
    </dgm:pt>
    <dgm:pt modelId="{12F98E78-6DEC-4FE9-AB65-AAAA50FC1869}" type="sibTrans" cxnId="{C06FD723-DBB2-4756-BA88-4E0D3B2EFEAC}">
      <dgm:prSet phldrT="4" phldr="0"/>
      <dgm:spPr/>
      <dgm:t>
        <a:bodyPr/>
        <a:lstStyle/>
        <a:p>
          <a:r>
            <a:rPr lang="en-US"/>
            <a:t>4</a:t>
          </a:r>
        </a:p>
      </dgm:t>
    </dgm:pt>
    <dgm:pt modelId="{0EEBD686-2458-4B28-84E6-F93314616A0E}">
      <dgm:prSet/>
      <dgm:spPr/>
      <dgm:t>
        <a:bodyPr/>
        <a:lstStyle/>
        <a:p>
          <a:r>
            <a:rPr lang="en-US" b="1" dirty="0"/>
            <a:t>Start small: </a:t>
          </a:r>
          <a:r>
            <a:rPr lang="en-US" dirty="0"/>
            <a:t>automate the highest risk workflows first, then expand coverage</a:t>
          </a:r>
        </a:p>
      </dgm:t>
    </dgm:pt>
    <dgm:pt modelId="{3E9CE9C5-3E24-476D-BE97-8A227E265D65}" type="parTrans" cxnId="{81B2D1B3-874C-495E-A2A7-11474359C1B0}">
      <dgm:prSet/>
      <dgm:spPr/>
      <dgm:t>
        <a:bodyPr/>
        <a:lstStyle/>
        <a:p>
          <a:endParaRPr lang="en-US"/>
        </a:p>
      </dgm:t>
    </dgm:pt>
    <dgm:pt modelId="{E08FE9A8-6892-40E8-8BC7-672B44708880}" type="sibTrans" cxnId="{81B2D1B3-874C-495E-A2A7-11474359C1B0}">
      <dgm:prSet phldrT="5" phldr="0"/>
      <dgm:spPr/>
      <dgm:t>
        <a:bodyPr/>
        <a:lstStyle/>
        <a:p>
          <a:r>
            <a:rPr lang="en-US"/>
            <a:t>5</a:t>
          </a:r>
        </a:p>
      </dgm:t>
    </dgm:pt>
    <dgm:pt modelId="{96FE91A2-0174-4D48-9E26-EA09FF4C5318}" type="pres">
      <dgm:prSet presAssocID="{7CB2FDD1-0C1F-47B4-92FC-F085BA130622}" presName="Name0" presStyleCnt="0">
        <dgm:presLayoutVars>
          <dgm:animLvl val="lvl"/>
          <dgm:resizeHandles val="exact"/>
        </dgm:presLayoutVars>
      </dgm:prSet>
      <dgm:spPr/>
    </dgm:pt>
    <dgm:pt modelId="{E3F47A06-30EB-42DF-AE64-3C00944900A7}" type="pres">
      <dgm:prSet presAssocID="{69671C90-AD40-4FE8-A2E3-5EB7F9EB00CF}" presName="compositeNode" presStyleCnt="0">
        <dgm:presLayoutVars>
          <dgm:bulletEnabled val="1"/>
        </dgm:presLayoutVars>
      </dgm:prSet>
      <dgm:spPr/>
    </dgm:pt>
    <dgm:pt modelId="{81D76048-CA95-4E30-91A0-111689C83BA0}" type="pres">
      <dgm:prSet presAssocID="{69671C90-AD40-4FE8-A2E3-5EB7F9EB00CF}" presName="bgRect" presStyleLbl="bgAccFollowNode1" presStyleIdx="0" presStyleCnt="5" custLinFactNeighborX="-185" custLinFactNeighborY="-238"/>
      <dgm:spPr/>
    </dgm:pt>
    <dgm:pt modelId="{291CCFCE-F833-47B9-8F55-37D847D5E199}" type="pres">
      <dgm:prSet presAssocID="{5AA2C41F-A145-4004-9753-1D4086D38BAB}" presName="sibTransNodeCircle" presStyleLbl="alignNode1" presStyleIdx="0" presStyleCnt="10">
        <dgm:presLayoutVars>
          <dgm:chMax val="0"/>
          <dgm:bulletEnabled/>
        </dgm:presLayoutVars>
      </dgm:prSet>
      <dgm:spPr/>
    </dgm:pt>
    <dgm:pt modelId="{1F9F6632-DB1F-4E68-B2CC-8E882214970E}" type="pres">
      <dgm:prSet presAssocID="{69671C90-AD40-4FE8-A2E3-5EB7F9EB00CF}" presName="bottomLine" presStyleLbl="alignNode1" presStyleIdx="1" presStyleCnt="10">
        <dgm:presLayoutVars/>
      </dgm:prSet>
      <dgm:spPr/>
    </dgm:pt>
    <dgm:pt modelId="{BE6C10F1-77FC-4643-9C2C-689AA259398B}" type="pres">
      <dgm:prSet presAssocID="{69671C90-AD40-4FE8-A2E3-5EB7F9EB00CF}" presName="nodeText" presStyleLbl="bgAccFollowNode1" presStyleIdx="0" presStyleCnt="5">
        <dgm:presLayoutVars>
          <dgm:bulletEnabled val="1"/>
        </dgm:presLayoutVars>
      </dgm:prSet>
      <dgm:spPr/>
    </dgm:pt>
    <dgm:pt modelId="{5E60FFD6-E394-46E4-8105-F95913829328}" type="pres">
      <dgm:prSet presAssocID="{5AA2C41F-A145-4004-9753-1D4086D38BAB}" presName="sibTrans" presStyleCnt="0"/>
      <dgm:spPr/>
    </dgm:pt>
    <dgm:pt modelId="{6A378F51-36E2-4B55-8CCE-CCAE6AAD957B}" type="pres">
      <dgm:prSet presAssocID="{3B81D96B-4C3A-411C-B551-0A0DB77EA378}" presName="compositeNode" presStyleCnt="0">
        <dgm:presLayoutVars>
          <dgm:bulletEnabled val="1"/>
        </dgm:presLayoutVars>
      </dgm:prSet>
      <dgm:spPr/>
    </dgm:pt>
    <dgm:pt modelId="{C0D7B20B-12C9-415A-8236-3B0003311DC9}" type="pres">
      <dgm:prSet presAssocID="{3B81D96B-4C3A-411C-B551-0A0DB77EA378}" presName="bgRect" presStyleLbl="bgAccFollowNode1" presStyleIdx="1" presStyleCnt="5"/>
      <dgm:spPr/>
    </dgm:pt>
    <dgm:pt modelId="{60064268-4A6F-43C6-90C0-ADD8CA9046AC}" type="pres">
      <dgm:prSet presAssocID="{C526DED8-B11F-4768-A5B0-753CA34D35C3}" presName="sibTransNodeCircle" presStyleLbl="alignNode1" presStyleIdx="2" presStyleCnt="10">
        <dgm:presLayoutVars>
          <dgm:chMax val="0"/>
          <dgm:bulletEnabled/>
        </dgm:presLayoutVars>
      </dgm:prSet>
      <dgm:spPr/>
    </dgm:pt>
    <dgm:pt modelId="{FC0F62A3-D68B-4192-AC89-A29D06DEBACE}" type="pres">
      <dgm:prSet presAssocID="{3B81D96B-4C3A-411C-B551-0A0DB77EA378}" presName="bottomLine" presStyleLbl="alignNode1" presStyleIdx="3" presStyleCnt="10">
        <dgm:presLayoutVars/>
      </dgm:prSet>
      <dgm:spPr/>
    </dgm:pt>
    <dgm:pt modelId="{8C7BC331-2608-4F7B-AB09-14E19A8BFA4A}" type="pres">
      <dgm:prSet presAssocID="{3B81D96B-4C3A-411C-B551-0A0DB77EA378}" presName="nodeText" presStyleLbl="bgAccFollowNode1" presStyleIdx="1" presStyleCnt="5">
        <dgm:presLayoutVars>
          <dgm:bulletEnabled val="1"/>
        </dgm:presLayoutVars>
      </dgm:prSet>
      <dgm:spPr/>
    </dgm:pt>
    <dgm:pt modelId="{08FA3FE6-516A-4ED1-A0BA-FD0CE5FD494F}" type="pres">
      <dgm:prSet presAssocID="{C526DED8-B11F-4768-A5B0-753CA34D35C3}" presName="sibTrans" presStyleCnt="0"/>
      <dgm:spPr/>
    </dgm:pt>
    <dgm:pt modelId="{A0BB5EF9-1DE1-488E-8E95-ABF43F0545E7}" type="pres">
      <dgm:prSet presAssocID="{592ECD8B-DA66-4C84-B99F-DD6F7269A394}" presName="compositeNode" presStyleCnt="0">
        <dgm:presLayoutVars>
          <dgm:bulletEnabled val="1"/>
        </dgm:presLayoutVars>
      </dgm:prSet>
      <dgm:spPr/>
    </dgm:pt>
    <dgm:pt modelId="{8ED85199-A9EB-4E6F-B7FA-89075A5AC4E8}" type="pres">
      <dgm:prSet presAssocID="{592ECD8B-DA66-4C84-B99F-DD6F7269A394}" presName="bgRect" presStyleLbl="bgAccFollowNode1" presStyleIdx="2" presStyleCnt="5"/>
      <dgm:spPr/>
    </dgm:pt>
    <dgm:pt modelId="{9A945985-7B90-4632-94C7-9E01A1FD5F9E}" type="pres">
      <dgm:prSet presAssocID="{021C5929-1B5E-4149-98D2-43094507BA4A}" presName="sibTransNodeCircle" presStyleLbl="alignNode1" presStyleIdx="4" presStyleCnt="10">
        <dgm:presLayoutVars>
          <dgm:chMax val="0"/>
          <dgm:bulletEnabled/>
        </dgm:presLayoutVars>
      </dgm:prSet>
      <dgm:spPr/>
    </dgm:pt>
    <dgm:pt modelId="{25E892A1-3E2B-47E0-A8C7-B0EDBF1A7F7C}" type="pres">
      <dgm:prSet presAssocID="{592ECD8B-DA66-4C84-B99F-DD6F7269A394}" presName="bottomLine" presStyleLbl="alignNode1" presStyleIdx="5" presStyleCnt="10">
        <dgm:presLayoutVars/>
      </dgm:prSet>
      <dgm:spPr/>
    </dgm:pt>
    <dgm:pt modelId="{EB2123EC-D510-474B-B2A5-20FDED7BDC9C}" type="pres">
      <dgm:prSet presAssocID="{592ECD8B-DA66-4C84-B99F-DD6F7269A394}" presName="nodeText" presStyleLbl="bgAccFollowNode1" presStyleIdx="2" presStyleCnt="5">
        <dgm:presLayoutVars>
          <dgm:bulletEnabled val="1"/>
        </dgm:presLayoutVars>
      </dgm:prSet>
      <dgm:spPr/>
    </dgm:pt>
    <dgm:pt modelId="{7127A927-015F-4C01-9C57-D6DCB5E4E850}" type="pres">
      <dgm:prSet presAssocID="{021C5929-1B5E-4149-98D2-43094507BA4A}" presName="sibTrans" presStyleCnt="0"/>
      <dgm:spPr/>
    </dgm:pt>
    <dgm:pt modelId="{F760BE71-DDD9-47C1-B615-FEEA0BB8BE35}" type="pres">
      <dgm:prSet presAssocID="{D3D89682-EA55-4B04-AF56-74FCB5ADC9E4}" presName="compositeNode" presStyleCnt="0">
        <dgm:presLayoutVars>
          <dgm:bulletEnabled val="1"/>
        </dgm:presLayoutVars>
      </dgm:prSet>
      <dgm:spPr/>
    </dgm:pt>
    <dgm:pt modelId="{51582F57-7BAB-4057-BF8B-118DD18B46B8}" type="pres">
      <dgm:prSet presAssocID="{D3D89682-EA55-4B04-AF56-74FCB5ADC9E4}" presName="bgRect" presStyleLbl="bgAccFollowNode1" presStyleIdx="3" presStyleCnt="5"/>
      <dgm:spPr/>
    </dgm:pt>
    <dgm:pt modelId="{8ABBCB46-D600-4A69-A1D9-A1348E9ED664}" type="pres">
      <dgm:prSet presAssocID="{12F98E78-6DEC-4FE9-AB65-AAAA50FC1869}" presName="sibTransNodeCircle" presStyleLbl="alignNode1" presStyleIdx="6" presStyleCnt="10">
        <dgm:presLayoutVars>
          <dgm:chMax val="0"/>
          <dgm:bulletEnabled/>
        </dgm:presLayoutVars>
      </dgm:prSet>
      <dgm:spPr/>
    </dgm:pt>
    <dgm:pt modelId="{11FF3A9D-363E-4DBB-A9CA-956D11B49FFA}" type="pres">
      <dgm:prSet presAssocID="{D3D89682-EA55-4B04-AF56-74FCB5ADC9E4}" presName="bottomLine" presStyleLbl="alignNode1" presStyleIdx="7" presStyleCnt="10">
        <dgm:presLayoutVars/>
      </dgm:prSet>
      <dgm:spPr/>
    </dgm:pt>
    <dgm:pt modelId="{E14AF769-E779-4285-94E0-34F44FDC762F}" type="pres">
      <dgm:prSet presAssocID="{D3D89682-EA55-4B04-AF56-74FCB5ADC9E4}" presName="nodeText" presStyleLbl="bgAccFollowNode1" presStyleIdx="3" presStyleCnt="5">
        <dgm:presLayoutVars>
          <dgm:bulletEnabled val="1"/>
        </dgm:presLayoutVars>
      </dgm:prSet>
      <dgm:spPr/>
    </dgm:pt>
    <dgm:pt modelId="{4F3357B3-AA38-42F0-9920-6050CD1CB678}" type="pres">
      <dgm:prSet presAssocID="{12F98E78-6DEC-4FE9-AB65-AAAA50FC1869}" presName="sibTrans" presStyleCnt="0"/>
      <dgm:spPr/>
    </dgm:pt>
    <dgm:pt modelId="{510B590D-2B3B-49DF-8755-C7CB43040381}" type="pres">
      <dgm:prSet presAssocID="{0EEBD686-2458-4B28-84E6-F93314616A0E}" presName="compositeNode" presStyleCnt="0">
        <dgm:presLayoutVars>
          <dgm:bulletEnabled val="1"/>
        </dgm:presLayoutVars>
      </dgm:prSet>
      <dgm:spPr/>
    </dgm:pt>
    <dgm:pt modelId="{CB39EA6B-9D4E-490B-9EDB-13A278BE36FD}" type="pres">
      <dgm:prSet presAssocID="{0EEBD686-2458-4B28-84E6-F93314616A0E}" presName="bgRect" presStyleLbl="bgAccFollowNode1" presStyleIdx="4" presStyleCnt="5"/>
      <dgm:spPr/>
    </dgm:pt>
    <dgm:pt modelId="{4AFBCFA1-DCB3-4723-A39B-38D214E96A92}" type="pres">
      <dgm:prSet presAssocID="{E08FE9A8-6892-40E8-8BC7-672B44708880}" presName="sibTransNodeCircle" presStyleLbl="alignNode1" presStyleIdx="8" presStyleCnt="10">
        <dgm:presLayoutVars>
          <dgm:chMax val="0"/>
          <dgm:bulletEnabled/>
        </dgm:presLayoutVars>
      </dgm:prSet>
      <dgm:spPr/>
    </dgm:pt>
    <dgm:pt modelId="{449A5392-3E95-4D2A-B6D3-0D1FC03E6AFB}" type="pres">
      <dgm:prSet presAssocID="{0EEBD686-2458-4B28-84E6-F93314616A0E}" presName="bottomLine" presStyleLbl="alignNode1" presStyleIdx="9" presStyleCnt="10">
        <dgm:presLayoutVars/>
      </dgm:prSet>
      <dgm:spPr/>
    </dgm:pt>
    <dgm:pt modelId="{9DD074A3-2C99-4DC6-B975-6F4D2848DBA1}" type="pres">
      <dgm:prSet presAssocID="{0EEBD686-2458-4B28-84E6-F93314616A0E}" presName="nodeText" presStyleLbl="bgAccFollowNode1" presStyleIdx="4" presStyleCnt="5">
        <dgm:presLayoutVars>
          <dgm:bulletEnabled val="1"/>
        </dgm:presLayoutVars>
      </dgm:prSet>
      <dgm:spPr/>
    </dgm:pt>
  </dgm:ptLst>
  <dgm:cxnLst>
    <dgm:cxn modelId="{8AA25A0C-2977-46D4-9D0D-340D86C0DA74}" type="presOf" srcId="{5AA2C41F-A145-4004-9753-1D4086D38BAB}" destId="{291CCFCE-F833-47B9-8F55-37D847D5E199}" srcOrd="0" destOrd="0" presId="urn:microsoft.com/office/officeart/2016/7/layout/BasicLinearProcessNumbered"/>
    <dgm:cxn modelId="{C06FD723-DBB2-4756-BA88-4E0D3B2EFEAC}" srcId="{7CB2FDD1-0C1F-47B4-92FC-F085BA130622}" destId="{D3D89682-EA55-4B04-AF56-74FCB5ADC9E4}" srcOrd="3" destOrd="0" parTransId="{B3249695-C7A2-4C02-9A9B-5B606BFC1ADE}" sibTransId="{12F98E78-6DEC-4FE9-AB65-AAAA50FC1869}"/>
    <dgm:cxn modelId="{C029A82D-C5C6-4409-885F-99A654A354A0}" type="presOf" srcId="{592ECD8B-DA66-4C84-B99F-DD6F7269A394}" destId="{EB2123EC-D510-474B-B2A5-20FDED7BDC9C}" srcOrd="1" destOrd="0" presId="urn:microsoft.com/office/officeart/2016/7/layout/BasicLinearProcessNumbered"/>
    <dgm:cxn modelId="{FA2D2F36-55F2-4681-B37C-5BC9B0C22E39}" type="presOf" srcId="{0EEBD686-2458-4B28-84E6-F93314616A0E}" destId="{CB39EA6B-9D4E-490B-9EDB-13A278BE36FD}" srcOrd="0" destOrd="0" presId="urn:microsoft.com/office/officeart/2016/7/layout/BasicLinearProcessNumbered"/>
    <dgm:cxn modelId="{B95BBF3D-BDC4-4C6C-8102-6C1EAAA281B3}" type="presOf" srcId="{7CB2FDD1-0C1F-47B4-92FC-F085BA130622}" destId="{96FE91A2-0174-4D48-9E26-EA09FF4C5318}" srcOrd="0" destOrd="0" presId="urn:microsoft.com/office/officeart/2016/7/layout/BasicLinearProcessNumbered"/>
    <dgm:cxn modelId="{C9E37765-E8F2-446D-AB52-8036FE1BA6B6}" type="presOf" srcId="{69671C90-AD40-4FE8-A2E3-5EB7F9EB00CF}" destId="{BE6C10F1-77FC-4643-9C2C-689AA259398B}" srcOrd="1" destOrd="0" presId="urn:microsoft.com/office/officeart/2016/7/layout/BasicLinearProcessNumbered"/>
    <dgm:cxn modelId="{E09CB24C-2C1B-43A1-B972-CD99A47D4BC7}" srcId="{7CB2FDD1-0C1F-47B4-92FC-F085BA130622}" destId="{3B81D96B-4C3A-411C-B551-0A0DB77EA378}" srcOrd="1" destOrd="0" parTransId="{8432B9FD-307D-4239-98EF-AD58E738363C}" sibTransId="{C526DED8-B11F-4768-A5B0-753CA34D35C3}"/>
    <dgm:cxn modelId="{81FFB555-869E-491D-9222-70D32ADB920E}" type="presOf" srcId="{C526DED8-B11F-4768-A5B0-753CA34D35C3}" destId="{60064268-4A6F-43C6-90C0-ADD8CA9046AC}" srcOrd="0" destOrd="0" presId="urn:microsoft.com/office/officeart/2016/7/layout/BasicLinearProcessNumbered"/>
    <dgm:cxn modelId="{227F2088-D7F7-4F96-9E00-A1F37BD85C20}" srcId="{7CB2FDD1-0C1F-47B4-92FC-F085BA130622}" destId="{592ECD8B-DA66-4C84-B99F-DD6F7269A394}" srcOrd="2" destOrd="0" parTransId="{BF5E2826-FD7A-4C25-8F9F-771A9B3A24F6}" sibTransId="{021C5929-1B5E-4149-98D2-43094507BA4A}"/>
    <dgm:cxn modelId="{950B148B-79DC-4FAA-AAA8-5F98DB6CF5F6}" type="presOf" srcId="{3B81D96B-4C3A-411C-B551-0A0DB77EA378}" destId="{C0D7B20B-12C9-415A-8236-3B0003311DC9}" srcOrd="0" destOrd="0" presId="urn:microsoft.com/office/officeart/2016/7/layout/BasicLinearProcessNumbered"/>
    <dgm:cxn modelId="{6DEEE792-C3E8-4103-891E-CCE31856FF0D}" type="presOf" srcId="{592ECD8B-DA66-4C84-B99F-DD6F7269A394}" destId="{8ED85199-A9EB-4E6F-B7FA-89075A5AC4E8}" srcOrd="0" destOrd="0" presId="urn:microsoft.com/office/officeart/2016/7/layout/BasicLinearProcessNumbered"/>
    <dgm:cxn modelId="{E10545A3-DACA-4B17-AC1B-EEE98A2D2608}" type="presOf" srcId="{0EEBD686-2458-4B28-84E6-F93314616A0E}" destId="{9DD074A3-2C99-4DC6-B975-6F4D2848DBA1}" srcOrd="1" destOrd="0" presId="urn:microsoft.com/office/officeart/2016/7/layout/BasicLinearProcessNumbered"/>
    <dgm:cxn modelId="{DD0455A4-E96D-45A6-AD6E-DA268C42F79F}" type="presOf" srcId="{E08FE9A8-6892-40E8-8BC7-672B44708880}" destId="{4AFBCFA1-DCB3-4723-A39B-38D214E96A92}" srcOrd="0" destOrd="0" presId="urn:microsoft.com/office/officeart/2016/7/layout/BasicLinearProcessNumbered"/>
    <dgm:cxn modelId="{D4E7AAA5-D1E3-4FFC-8DB9-451E5E694501}" type="presOf" srcId="{69671C90-AD40-4FE8-A2E3-5EB7F9EB00CF}" destId="{81D76048-CA95-4E30-91A0-111689C83BA0}" srcOrd="0" destOrd="0" presId="urn:microsoft.com/office/officeart/2016/7/layout/BasicLinearProcessNumbered"/>
    <dgm:cxn modelId="{CE9038A8-2433-45B2-95AF-9F47F57332DE}" srcId="{7CB2FDD1-0C1F-47B4-92FC-F085BA130622}" destId="{69671C90-AD40-4FE8-A2E3-5EB7F9EB00CF}" srcOrd="0" destOrd="0" parTransId="{B2C80381-6074-4187-90A4-CFD289F16970}" sibTransId="{5AA2C41F-A145-4004-9753-1D4086D38BAB}"/>
    <dgm:cxn modelId="{81B2D1B3-874C-495E-A2A7-11474359C1B0}" srcId="{7CB2FDD1-0C1F-47B4-92FC-F085BA130622}" destId="{0EEBD686-2458-4B28-84E6-F93314616A0E}" srcOrd="4" destOrd="0" parTransId="{3E9CE9C5-3E24-476D-BE97-8A227E265D65}" sibTransId="{E08FE9A8-6892-40E8-8BC7-672B44708880}"/>
    <dgm:cxn modelId="{9FEB07B9-C721-4275-866F-DB4155BD66BE}" type="presOf" srcId="{D3D89682-EA55-4B04-AF56-74FCB5ADC9E4}" destId="{E14AF769-E779-4285-94E0-34F44FDC762F}" srcOrd="1" destOrd="0" presId="urn:microsoft.com/office/officeart/2016/7/layout/BasicLinearProcessNumbered"/>
    <dgm:cxn modelId="{BABFC7C9-7694-4B70-B952-4DC8880DB59F}" type="presOf" srcId="{D3D89682-EA55-4B04-AF56-74FCB5ADC9E4}" destId="{51582F57-7BAB-4057-BF8B-118DD18B46B8}" srcOrd="0" destOrd="0" presId="urn:microsoft.com/office/officeart/2016/7/layout/BasicLinearProcessNumbered"/>
    <dgm:cxn modelId="{19B385CC-B3D7-408A-9CDF-FC7CA54D0CB2}" type="presOf" srcId="{021C5929-1B5E-4149-98D2-43094507BA4A}" destId="{9A945985-7B90-4632-94C7-9E01A1FD5F9E}" srcOrd="0" destOrd="0" presId="urn:microsoft.com/office/officeart/2016/7/layout/BasicLinearProcessNumbered"/>
    <dgm:cxn modelId="{0DA170ED-0912-414D-BFBA-9CE5E9888018}" type="presOf" srcId="{3B81D96B-4C3A-411C-B551-0A0DB77EA378}" destId="{8C7BC331-2608-4F7B-AB09-14E19A8BFA4A}" srcOrd="1" destOrd="0" presId="urn:microsoft.com/office/officeart/2016/7/layout/BasicLinearProcessNumbered"/>
    <dgm:cxn modelId="{707970FD-A9E3-4D3D-9780-5583721FD751}" type="presOf" srcId="{12F98E78-6DEC-4FE9-AB65-AAAA50FC1869}" destId="{8ABBCB46-D600-4A69-A1D9-A1348E9ED664}" srcOrd="0" destOrd="0" presId="urn:microsoft.com/office/officeart/2016/7/layout/BasicLinearProcessNumbered"/>
    <dgm:cxn modelId="{6E831B64-B02F-43D7-B371-0FA5CD60D7EE}" type="presParOf" srcId="{96FE91A2-0174-4D48-9E26-EA09FF4C5318}" destId="{E3F47A06-30EB-42DF-AE64-3C00944900A7}" srcOrd="0" destOrd="0" presId="urn:microsoft.com/office/officeart/2016/7/layout/BasicLinearProcessNumbered"/>
    <dgm:cxn modelId="{6225441C-723C-4F68-8A35-F14F89918CB0}" type="presParOf" srcId="{E3F47A06-30EB-42DF-AE64-3C00944900A7}" destId="{81D76048-CA95-4E30-91A0-111689C83BA0}" srcOrd="0" destOrd="0" presId="urn:microsoft.com/office/officeart/2016/7/layout/BasicLinearProcessNumbered"/>
    <dgm:cxn modelId="{916BFC55-C8BB-4FF9-934C-91DCFE759922}" type="presParOf" srcId="{E3F47A06-30EB-42DF-AE64-3C00944900A7}" destId="{291CCFCE-F833-47B9-8F55-37D847D5E199}" srcOrd="1" destOrd="0" presId="urn:microsoft.com/office/officeart/2016/7/layout/BasicLinearProcessNumbered"/>
    <dgm:cxn modelId="{DF27E178-D7C1-4CBD-B38F-0581514ED697}" type="presParOf" srcId="{E3F47A06-30EB-42DF-AE64-3C00944900A7}" destId="{1F9F6632-DB1F-4E68-B2CC-8E882214970E}" srcOrd="2" destOrd="0" presId="urn:microsoft.com/office/officeart/2016/7/layout/BasicLinearProcessNumbered"/>
    <dgm:cxn modelId="{5E599C64-9783-4248-AAA1-9E0B1F3490BE}" type="presParOf" srcId="{E3F47A06-30EB-42DF-AE64-3C00944900A7}" destId="{BE6C10F1-77FC-4643-9C2C-689AA259398B}" srcOrd="3" destOrd="0" presId="urn:microsoft.com/office/officeart/2016/7/layout/BasicLinearProcessNumbered"/>
    <dgm:cxn modelId="{0679D109-F261-482C-A780-6D8AEDB27E88}" type="presParOf" srcId="{96FE91A2-0174-4D48-9E26-EA09FF4C5318}" destId="{5E60FFD6-E394-46E4-8105-F95913829328}" srcOrd="1" destOrd="0" presId="urn:microsoft.com/office/officeart/2016/7/layout/BasicLinearProcessNumbered"/>
    <dgm:cxn modelId="{66FDABD5-6BFC-4D9F-BB2C-2B7F4FEB9B9B}" type="presParOf" srcId="{96FE91A2-0174-4D48-9E26-EA09FF4C5318}" destId="{6A378F51-36E2-4B55-8CCE-CCAE6AAD957B}" srcOrd="2" destOrd="0" presId="urn:microsoft.com/office/officeart/2016/7/layout/BasicLinearProcessNumbered"/>
    <dgm:cxn modelId="{48603967-6DB0-4879-B3FA-B7151CD3983B}" type="presParOf" srcId="{6A378F51-36E2-4B55-8CCE-CCAE6AAD957B}" destId="{C0D7B20B-12C9-415A-8236-3B0003311DC9}" srcOrd="0" destOrd="0" presId="urn:microsoft.com/office/officeart/2016/7/layout/BasicLinearProcessNumbered"/>
    <dgm:cxn modelId="{34591BE7-924C-4C32-AF88-FFB20B2F5FFE}" type="presParOf" srcId="{6A378F51-36E2-4B55-8CCE-CCAE6AAD957B}" destId="{60064268-4A6F-43C6-90C0-ADD8CA9046AC}" srcOrd="1" destOrd="0" presId="urn:microsoft.com/office/officeart/2016/7/layout/BasicLinearProcessNumbered"/>
    <dgm:cxn modelId="{DD36E19B-5DF7-449E-A55A-85D40312E022}" type="presParOf" srcId="{6A378F51-36E2-4B55-8CCE-CCAE6AAD957B}" destId="{FC0F62A3-D68B-4192-AC89-A29D06DEBACE}" srcOrd="2" destOrd="0" presId="urn:microsoft.com/office/officeart/2016/7/layout/BasicLinearProcessNumbered"/>
    <dgm:cxn modelId="{0F63DB3D-DC2C-42D7-AFB0-1B378E6E6573}" type="presParOf" srcId="{6A378F51-36E2-4B55-8CCE-CCAE6AAD957B}" destId="{8C7BC331-2608-4F7B-AB09-14E19A8BFA4A}" srcOrd="3" destOrd="0" presId="urn:microsoft.com/office/officeart/2016/7/layout/BasicLinearProcessNumbered"/>
    <dgm:cxn modelId="{87E92BC5-CD5B-404B-8868-4C21FFF93255}" type="presParOf" srcId="{96FE91A2-0174-4D48-9E26-EA09FF4C5318}" destId="{08FA3FE6-516A-4ED1-A0BA-FD0CE5FD494F}" srcOrd="3" destOrd="0" presId="urn:microsoft.com/office/officeart/2016/7/layout/BasicLinearProcessNumbered"/>
    <dgm:cxn modelId="{91E1EE37-456C-4E28-9889-F78F9F9D4907}" type="presParOf" srcId="{96FE91A2-0174-4D48-9E26-EA09FF4C5318}" destId="{A0BB5EF9-1DE1-488E-8E95-ABF43F0545E7}" srcOrd="4" destOrd="0" presId="urn:microsoft.com/office/officeart/2016/7/layout/BasicLinearProcessNumbered"/>
    <dgm:cxn modelId="{270B2A7F-C604-4530-B36F-9BB5C473E60F}" type="presParOf" srcId="{A0BB5EF9-1DE1-488E-8E95-ABF43F0545E7}" destId="{8ED85199-A9EB-4E6F-B7FA-89075A5AC4E8}" srcOrd="0" destOrd="0" presId="urn:microsoft.com/office/officeart/2016/7/layout/BasicLinearProcessNumbered"/>
    <dgm:cxn modelId="{BCB7F7CB-717E-4CE3-BE99-6D5CDBBF6887}" type="presParOf" srcId="{A0BB5EF9-1DE1-488E-8E95-ABF43F0545E7}" destId="{9A945985-7B90-4632-94C7-9E01A1FD5F9E}" srcOrd="1" destOrd="0" presId="urn:microsoft.com/office/officeart/2016/7/layout/BasicLinearProcessNumbered"/>
    <dgm:cxn modelId="{37C30D77-97DE-418E-8BF7-06AE1E73B930}" type="presParOf" srcId="{A0BB5EF9-1DE1-488E-8E95-ABF43F0545E7}" destId="{25E892A1-3E2B-47E0-A8C7-B0EDBF1A7F7C}" srcOrd="2" destOrd="0" presId="urn:microsoft.com/office/officeart/2016/7/layout/BasicLinearProcessNumbered"/>
    <dgm:cxn modelId="{34BAE89F-B6BD-4207-80F1-46FB2EE68C2B}" type="presParOf" srcId="{A0BB5EF9-1DE1-488E-8E95-ABF43F0545E7}" destId="{EB2123EC-D510-474B-B2A5-20FDED7BDC9C}" srcOrd="3" destOrd="0" presId="urn:microsoft.com/office/officeart/2016/7/layout/BasicLinearProcessNumbered"/>
    <dgm:cxn modelId="{A51E15DA-7FD0-463D-BDFF-B5D21BEBF441}" type="presParOf" srcId="{96FE91A2-0174-4D48-9E26-EA09FF4C5318}" destId="{7127A927-015F-4C01-9C57-D6DCB5E4E850}" srcOrd="5" destOrd="0" presId="urn:microsoft.com/office/officeart/2016/7/layout/BasicLinearProcessNumbered"/>
    <dgm:cxn modelId="{404BDF37-702E-4E2B-B246-6A24D29F9DAF}" type="presParOf" srcId="{96FE91A2-0174-4D48-9E26-EA09FF4C5318}" destId="{F760BE71-DDD9-47C1-B615-FEEA0BB8BE35}" srcOrd="6" destOrd="0" presId="urn:microsoft.com/office/officeart/2016/7/layout/BasicLinearProcessNumbered"/>
    <dgm:cxn modelId="{65CE9454-3767-4617-85CF-52658DA4122C}" type="presParOf" srcId="{F760BE71-DDD9-47C1-B615-FEEA0BB8BE35}" destId="{51582F57-7BAB-4057-BF8B-118DD18B46B8}" srcOrd="0" destOrd="0" presId="urn:microsoft.com/office/officeart/2016/7/layout/BasicLinearProcessNumbered"/>
    <dgm:cxn modelId="{BB79C3C8-95FD-470B-953B-7EC34E4798DD}" type="presParOf" srcId="{F760BE71-DDD9-47C1-B615-FEEA0BB8BE35}" destId="{8ABBCB46-D600-4A69-A1D9-A1348E9ED664}" srcOrd="1" destOrd="0" presId="urn:microsoft.com/office/officeart/2016/7/layout/BasicLinearProcessNumbered"/>
    <dgm:cxn modelId="{697655EB-4F7D-467E-995A-5B72624C2754}" type="presParOf" srcId="{F760BE71-DDD9-47C1-B615-FEEA0BB8BE35}" destId="{11FF3A9D-363E-4DBB-A9CA-956D11B49FFA}" srcOrd="2" destOrd="0" presId="urn:microsoft.com/office/officeart/2016/7/layout/BasicLinearProcessNumbered"/>
    <dgm:cxn modelId="{913E4AFC-2A1B-4968-B01F-825FE045F722}" type="presParOf" srcId="{F760BE71-DDD9-47C1-B615-FEEA0BB8BE35}" destId="{E14AF769-E779-4285-94E0-34F44FDC762F}" srcOrd="3" destOrd="0" presId="urn:microsoft.com/office/officeart/2016/7/layout/BasicLinearProcessNumbered"/>
    <dgm:cxn modelId="{B67DD67A-1682-4488-8567-D8CD5C7231BF}" type="presParOf" srcId="{96FE91A2-0174-4D48-9E26-EA09FF4C5318}" destId="{4F3357B3-AA38-42F0-9920-6050CD1CB678}" srcOrd="7" destOrd="0" presId="urn:microsoft.com/office/officeart/2016/7/layout/BasicLinearProcessNumbered"/>
    <dgm:cxn modelId="{F5C562D0-4F9F-4112-A1ED-EE147EE16524}" type="presParOf" srcId="{96FE91A2-0174-4D48-9E26-EA09FF4C5318}" destId="{510B590D-2B3B-49DF-8755-C7CB43040381}" srcOrd="8" destOrd="0" presId="urn:microsoft.com/office/officeart/2016/7/layout/BasicLinearProcessNumbered"/>
    <dgm:cxn modelId="{A6758A41-1476-4697-8DEA-FE157E457E48}" type="presParOf" srcId="{510B590D-2B3B-49DF-8755-C7CB43040381}" destId="{CB39EA6B-9D4E-490B-9EDB-13A278BE36FD}" srcOrd="0" destOrd="0" presId="urn:microsoft.com/office/officeart/2016/7/layout/BasicLinearProcessNumbered"/>
    <dgm:cxn modelId="{A6BA1168-C66D-4714-A3B4-1773776D478B}" type="presParOf" srcId="{510B590D-2B3B-49DF-8755-C7CB43040381}" destId="{4AFBCFA1-DCB3-4723-A39B-38D214E96A92}" srcOrd="1" destOrd="0" presId="urn:microsoft.com/office/officeart/2016/7/layout/BasicLinearProcessNumbered"/>
    <dgm:cxn modelId="{DF5ABA65-E26F-4FFD-87FF-6AFCCEB5A2DB}" type="presParOf" srcId="{510B590D-2B3B-49DF-8755-C7CB43040381}" destId="{449A5392-3E95-4D2A-B6D3-0D1FC03E6AFB}" srcOrd="2" destOrd="0" presId="urn:microsoft.com/office/officeart/2016/7/layout/BasicLinearProcessNumbered"/>
    <dgm:cxn modelId="{A12A6BC6-EE8D-4239-98D4-AF7288859B1F}" type="presParOf" srcId="{510B590D-2B3B-49DF-8755-C7CB43040381}" destId="{9DD074A3-2C99-4DC6-B975-6F4D2848DBA1}" srcOrd="3" destOrd="0" presId="urn:microsoft.com/office/officeart/2016/7/layout/BasicLinearProcessNumbered"/>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0DD5467-7A95-4109-92D7-EB5BB60ADDFD}" type="doc">
      <dgm:prSet loTypeId="urn:microsoft.com/office/officeart/2018/5/layout/IconCircleLabelList" loCatId="icon" qsTypeId="urn:microsoft.com/office/officeart/2005/8/quickstyle/simple1" qsCatId="simple" csTypeId="urn:microsoft.com/office/officeart/2018/5/colors/Iconchunking_coloredtext_accent0_3" csCatId="mainScheme" phldr="1"/>
      <dgm:spPr/>
      <dgm:t>
        <a:bodyPr/>
        <a:lstStyle/>
        <a:p>
          <a:endParaRPr lang="en-US"/>
        </a:p>
      </dgm:t>
    </dgm:pt>
    <dgm:pt modelId="{7C874C4B-A70C-47AC-BCD5-B835DE403F71}">
      <dgm:prSet/>
      <dgm:spPr/>
      <dgm:t>
        <a:bodyPr/>
        <a:lstStyle/>
        <a:p>
          <a:pPr>
            <a:defRPr cap="all"/>
          </a:pPr>
          <a:r>
            <a:rPr lang="en-US"/>
            <a:t>Top pick for most modern web projects: </a:t>
          </a:r>
          <a:r>
            <a:rPr lang="en-US" b="1"/>
            <a:t>Playwright</a:t>
          </a:r>
          <a:endParaRPr lang="en-US"/>
        </a:p>
      </dgm:t>
    </dgm:pt>
    <dgm:pt modelId="{8F6DACFC-CD7C-4A5F-8FE1-3775A01EE7E9}" type="parTrans" cxnId="{4705A0CB-1333-4F9A-8D50-7A3A984040C8}">
      <dgm:prSet/>
      <dgm:spPr/>
      <dgm:t>
        <a:bodyPr/>
        <a:lstStyle/>
        <a:p>
          <a:endParaRPr lang="en-US"/>
        </a:p>
      </dgm:t>
    </dgm:pt>
    <dgm:pt modelId="{40E1B1A8-A59A-4231-91A3-6D7548054B5A}" type="sibTrans" cxnId="{4705A0CB-1333-4F9A-8D50-7A3A984040C8}">
      <dgm:prSet/>
      <dgm:spPr/>
      <dgm:t>
        <a:bodyPr/>
        <a:lstStyle/>
        <a:p>
          <a:endParaRPr lang="en-US"/>
        </a:p>
      </dgm:t>
    </dgm:pt>
    <dgm:pt modelId="{F4ABA6C7-1D30-4230-A105-04DD72225AC6}">
      <dgm:prSet/>
      <dgm:spPr/>
      <dgm:t>
        <a:bodyPr/>
        <a:lstStyle/>
        <a:p>
          <a:pPr>
            <a:defRPr cap="all"/>
          </a:pPr>
          <a:r>
            <a:rPr lang="en-US"/>
            <a:t>Strong alternative when developer workflow and quick feedback is the focus: </a:t>
          </a:r>
          <a:r>
            <a:rPr lang="en-US" b="1"/>
            <a:t>Cypress</a:t>
          </a:r>
          <a:endParaRPr lang="en-US"/>
        </a:p>
      </dgm:t>
    </dgm:pt>
    <dgm:pt modelId="{3723CB58-EA78-4618-BB8E-A30E0F04A743}" type="parTrans" cxnId="{1B89FEFB-15A9-46B6-9248-6963858532FF}">
      <dgm:prSet/>
      <dgm:spPr/>
      <dgm:t>
        <a:bodyPr/>
        <a:lstStyle/>
        <a:p>
          <a:endParaRPr lang="en-US"/>
        </a:p>
      </dgm:t>
    </dgm:pt>
    <dgm:pt modelId="{76419BA4-1CCA-4CF8-8FCD-B080538AE83C}" type="sibTrans" cxnId="{1B89FEFB-15A9-46B6-9248-6963858532FF}">
      <dgm:prSet/>
      <dgm:spPr/>
      <dgm:t>
        <a:bodyPr/>
        <a:lstStyle/>
        <a:p>
          <a:endParaRPr lang="en-US"/>
        </a:p>
      </dgm:t>
    </dgm:pt>
    <dgm:pt modelId="{8C97269A-6696-4A7B-9246-EF6B79EC76A6}">
      <dgm:prSet/>
      <dgm:spPr/>
      <dgm:t>
        <a:bodyPr/>
        <a:lstStyle/>
        <a:p>
          <a:pPr>
            <a:defRPr cap="all"/>
          </a:pPr>
          <a:r>
            <a:rPr lang="en-US"/>
            <a:t>Best choice for broad compatibility programs and established enterprise suites: </a:t>
          </a:r>
          <a:r>
            <a:rPr lang="en-US" b="1"/>
            <a:t>Selenium</a:t>
          </a:r>
          <a:endParaRPr lang="en-US"/>
        </a:p>
      </dgm:t>
    </dgm:pt>
    <dgm:pt modelId="{9AF3FB8C-B7B0-41FA-A0C8-5590B0E8AD22}" type="parTrans" cxnId="{B853F95F-FF7F-4B9E-932C-3B367C62E663}">
      <dgm:prSet/>
      <dgm:spPr/>
      <dgm:t>
        <a:bodyPr/>
        <a:lstStyle/>
        <a:p>
          <a:endParaRPr lang="en-US"/>
        </a:p>
      </dgm:t>
    </dgm:pt>
    <dgm:pt modelId="{907229A2-4C50-4B6D-B37E-E09C4AE089AE}" type="sibTrans" cxnId="{B853F95F-FF7F-4B9E-932C-3B367C62E663}">
      <dgm:prSet/>
      <dgm:spPr/>
      <dgm:t>
        <a:bodyPr/>
        <a:lstStyle/>
        <a:p>
          <a:endParaRPr lang="en-US"/>
        </a:p>
      </dgm:t>
    </dgm:pt>
    <dgm:pt modelId="{E9E574E0-B88A-4E83-9C2A-218C122B4E46}">
      <dgm:prSet/>
      <dgm:spPr/>
      <dgm:t>
        <a:bodyPr/>
        <a:lstStyle/>
        <a:p>
          <a:pPr>
            <a:defRPr cap="all"/>
          </a:pPr>
          <a:r>
            <a:rPr lang="en-US"/>
            <a:t>Automation works best when tied to CI checks and release readiness</a:t>
          </a:r>
        </a:p>
      </dgm:t>
    </dgm:pt>
    <dgm:pt modelId="{31BF9FF9-520E-4F63-8713-22606285614A}" type="parTrans" cxnId="{B73BA936-1CCA-406B-95E7-1A5C18A9D491}">
      <dgm:prSet/>
      <dgm:spPr/>
      <dgm:t>
        <a:bodyPr/>
        <a:lstStyle/>
        <a:p>
          <a:endParaRPr lang="en-US"/>
        </a:p>
      </dgm:t>
    </dgm:pt>
    <dgm:pt modelId="{0A585C4F-3DB1-42E2-A0CD-33B6C6E5C581}" type="sibTrans" cxnId="{B73BA936-1CCA-406B-95E7-1A5C18A9D491}">
      <dgm:prSet/>
      <dgm:spPr/>
      <dgm:t>
        <a:bodyPr/>
        <a:lstStyle/>
        <a:p>
          <a:endParaRPr lang="en-US"/>
        </a:p>
      </dgm:t>
    </dgm:pt>
    <dgm:pt modelId="{A82B0991-DCBE-4FE5-AB9A-92679E1B431C}">
      <dgm:prSet/>
      <dgm:spPr/>
      <dgm:t>
        <a:bodyPr/>
        <a:lstStyle/>
        <a:p>
          <a:pPr>
            <a:defRPr cap="all"/>
          </a:pPr>
          <a:r>
            <a:rPr lang="en-US"/>
            <a:t>Success depends on test design, maintenance discipline, and clear scope</a:t>
          </a:r>
        </a:p>
      </dgm:t>
    </dgm:pt>
    <dgm:pt modelId="{D6BC808B-A4EA-4D2C-ACA3-A5E623B0AC88}" type="parTrans" cxnId="{C1079196-5E99-4D1B-B3B8-48DE2C41759E}">
      <dgm:prSet/>
      <dgm:spPr/>
      <dgm:t>
        <a:bodyPr/>
        <a:lstStyle/>
        <a:p>
          <a:endParaRPr lang="en-US"/>
        </a:p>
      </dgm:t>
    </dgm:pt>
    <dgm:pt modelId="{AFB06211-2280-4040-8B7F-F003EF2729F2}" type="sibTrans" cxnId="{C1079196-5E99-4D1B-B3B8-48DE2C41759E}">
      <dgm:prSet/>
      <dgm:spPr/>
      <dgm:t>
        <a:bodyPr/>
        <a:lstStyle/>
        <a:p>
          <a:endParaRPr lang="en-US"/>
        </a:p>
      </dgm:t>
    </dgm:pt>
    <dgm:pt modelId="{6A067349-8313-4C51-A7AB-4E7C1CA8719D}" type="pres">
      <dgm:prSet presAssocID="{10DD5467-7A95-4109-92D7-EB5BB60ADDFD}" presName="root" presStyleCnt="0">
        <dgm:presLayoutVars>
          <dgm:dir/>
          <dgm:resizeHandles val="exact"/>
        </dgm:presLayoutVars>
      </dgm:prSet>
      <dgm:spPr/>
    </dgm:pt>
    <dgm:pt modelId="{C1A6A75C-79BB-40F8-8F65-7F1F4641B010}" type="pres">
      <dgm:prSet presAssocID="{7C874C4B-A70C-47AC-BCD5-B835DE403F71}" presName="compNode" presStyleCnt="0"/>
      <dgm:spPr/>
    </dgm:pt>
    <dgm:pt modelId="{BECD0DB0-C5C4-4E55-B26B-B39E617EBE7E}" type="pres">
      <dgm:prSet presAssocID="{7C874C4B-A70C-47AC-BCD5-B835DE403F71}" presName="iconBgRect" presStyleLbl="bgShp" presStyleIdx="0" presStyleCnt="5"/>
      <dgm:spPr/>
    </dgm:pt>
    <dgm:pt modelId="{F5859298-5F8F-40AD-9F03-F019B202BEE4}" type="pres">
      <dgm:prSet presAssocID="{7C874C4B-A70C-47AC-BCD5-B835DE403F7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rama"/>
        </a:ext>
      </dgm:extLst>
    </dgm:pt>
    <dgm:pt modelId="{89A294B2-6D1F-4AB0-8219-75F1C5E9129B}" type="pres">
      <dgm:prSet presAssocID="{7C874C4B-A70C-47AC-BCD5-B835DE403F71}" presName="spaceRect" presStyleCnt="0"/>
      <dgm:spPr/>
    </dgm:pt>
    <dgm:pt modelId="{1C396B58-125D-4F48-A80D-6E70CA1F693C}" type="pres">
      <dgm:prSet presAssocID="{7C874C4B-A70C-47AC-BCD5-B835DE403F71}" presName="textRect" presStyleLbl="revTx" presStyleIdx="0" presStyleCnt="5">
        <dgm:presLayoutVars>
          <dgm:chMax val="1"/>
          <dgm:chPref val="1"/>
        </dgm:presLayoutVars>
      </dgm:prSet>
      <dgm:spPr/>
    </dgm:pt>
    <dgm:pt modelId="{13FE42CA-3AD7-4CF3-ADFD-2AC9F7BAB83F}" type="pres">
      <dgm:prSet presAssocID="{40E1B1A8-A59A-4231-91A3-6D7548054B5A}" presName="sibTrans" presStyleCnt="0"/>
      <dgm:spPr/>
    </dgm:pt>
    <dgm:pt modelId="{75FAB503-D0D1-44E1-9AAF-1987BCF4361A}" type="pres">
      <dgm:prSet presAssocID="{F4ABA6C7-1D30-4230-A105-04DD72225AC6}" presName="compNode" presStyleCnt="0"/>
      <dgm:spPr/>
    </dgm:pt>
    <dgm:pt modelId="{2BC246C9-87F5-4A53-9B30-0026E96676B8}" type="pres">
      <dgm:prSet presAssocID="{F4ABA6C7-1D30-4230-A105-04DD72225AC6}" presName="iconBgRect" presStyleLbl="bgShp" presStyleIdx="1" presStyleCnt="5"/>
      <dgm:spPr/>
    </dgm:pt>
    <dgm:pt modelId="{F16B8316-B810-4952-ACFA-074FC85F66D6}" type="pres">
      <dgm:prSet presAssocID="{F4ABA6C7-1D30-4230-A105-04DD72225AC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aterfall scene"/>
        </a:ext>
      </dgm:extLst>
    </dgm:pt>
    <dgm:pt modelId="{F836210E-B1C8-43C6-BF11-41547901D561}" type="pres">
      <dgm:prSet presAssocID="{F4ABA6C7-1D30-4230-A105-04DD72225AC6}" presName="spaceRect" presStyleCnt="0"/>
      <dgm:spPr/>
    </dgm:pt>
    <dgm:pt modelId="{A7CB7E93-AA1F-45BA-B9D3-5CD1DAB96D6D}" type="pres">
      <dgm:prSet presAssocID="{F4ABA6C7-1D30-4230-A105-04DD72225AC6}" presName="textRect" presStyleLbl="revTx" presStyleIdx="1" presStyleCnt="5">
        <dgm:presLayoutVars>
          <dgm:chMax val="1"/>
          <dgm:chPref val="1"/>
        </dgm:presLayoutVars>
      </dgm:prSet>
      <dgm:spPr/>
    </dgm:pt>
    <dgm:pt modelId="{33DAD572-4FD1-4EF9-920E-82ABA2DCCE23}" type="pres">
      <dgm:prSet presAssocID="{76419BA4-1CCA-4CF8-8FCD-B080538AE83C}" presName="sibTrans" presStyleCnt="0"/>
      <dgm:spPr/>
    </dgm:pt>
    <dgm:pt modelId="{F4888548-2E63-405A-B801-F021B1FF1F68}" type="pres">
      <dgm:prSet presAssocID="{8C97269A-6696-4A7B-9246-EF6B79EC76A6}" presName="compNode" presStyleCnt="0"/>
      <dgm:spPr/>
    </dgm:pt>
    <dgm:pt modelId="{BA132C46-91D7-4D4E-842B-10FA02DE02AE}" type="pres">
      <dgm:prSet presAssocID="{8C97269A-6696-4A7B-9246-EF6B79EC76A6}" presName="iconBgRect" presStyleLbl="bgShp" presStyleIdx="2" presStyleCnt="5"/>
      <dgm:spPr/>
    </dgm:pt>
    <dgm:pt modelId="{F30D3A71-A194-47B2-BF15-B0D954F7A83C}" type="pres">
      <dgm:prSet presAssocID="{8C97269A-6696-4A7B-9246-EF6B79EC76A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868BC99F-8937-410E-A425-87FA86B9C171}" type="pres">
      <dgm:prSet presAssocID="{8C97269A-6696-4A7B-9246-EF6B79EC76A6}" presName="spaceRect" presStyleCnt="0"/>
      <dgm:spPr/>
    </dgm:pt>
    <dgm:pt modelId="{63E24784-C31C-450B-9A28-5E2ECB129CD5}" type="pres">
      <dgm:prSet presAssocID="{8C97269A-6696-4A7B-9246-EF6B79EC76A6}" presName="textRect" presStyleLbl="revTx" presStyleIdx="2" presStyleCnt="5">
        <dgm:presLayoutVars>
          <dgm:chMax val="1"/>
          <dgm:chPref val="1"/>
        </dgm:presLayoutVars>
      </dgm:prSet>
      <dgm:spPr/>
    </dgm:pt>
    <dgm:pt modelId="{A3E193FC-FB16-49B7-8CCF-8B68E86CC3FA}" type="pres">
      <dgm:prSet presAssocID="{907229A2-4C50-4B6D-B37E-E09C4AE089AE}" presName="sibTrans" presStyleCnt="0"/>
      <dgm:spPr/>
    </dgm:pt>
    <dgm:pt modelId="{7A1D19D4-DA79-47A4-AEA2-CA4556E13B8F}" type="pres">
      <dgm:prSet presAssocID="{E9E574E0-B88A-4E83-9C2A-218C122B4E46}" presName="compNode" presStyleCnt="0"/>
      <dgm:spPr/>
    </dgm:pt>
    <dgm:pt modelId="{38FBC1AD-2594-4B03-9354-69A71BD9A1F0}" type="pres">
      <dgm:prSet presAssocID="{E9E574E0-B88A-4E83-9C2A-218C122B4E46}" presName="iconBgRect" presStyleLbl="bgShp" presStyleIdx="3" presStyleCnt="5"/>
      <dgm:spPr/>
    </dgm:pt>
    <dgm:pt modelId="{84AFF8F6-14FA-470D-B17C-61F7D069434F}" type="pres">
      <dgm:prSet presAssocID="{E9E574E0-B88A-4E83-9C2A-218C122B4E4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 List"/>
        </a:ext>
      </dgm:extLst>
    </dgm:pt>
    <dgm:pt modelId="{89AE4E3F-7BCD-4FF4-9EC9-00D5FF08A0CF}" type="pres">
      <dgm:prSet presAssocID="{E9E574E0-B88A-4E83-9C2A-218C122B4E46}" presName="spaceRect" presStyleCnt="0"/>
      <dgm:spPr/>
    </dgm:pt>
    <dgm:pt modelId="{CB93A43D-400D-40B5-9F3C-E79BF8FF862E}" type="pres">
      <dgm:prSet presAssocID="{E9E574E0-B88A-4E83-9C2A-218C122B4E46}" presName="textRect" presStyleLbl="revTx" presStyleIdx="3" presStyleCnt="5">
        <dgm:presLayoutVars>
          <dgm:chMax val="1"/>
          <dgm:chPref val="1"/>
        </dgm:presLayoutVars>
      </dgm:prSet>
      <dgm:spPr/>
    </dgm:pt>
    <dgm:pt modelId="{699A93A5-E445-4784-9378-318F41D1365B}" type="pres">
      <dgm:prSet presAssocID="{0A585C4F-3DB1-42E2-A0CD-33B6C6E5C581}" presName="sibTrans" presStyleCnt="0"/>
      <dgm:spPr/>
    </dgm:pt>
    <dgm:pt modelId="{AA3833A8-A2BF-4D7A-B0C2-273EADD04DB9}" type="pres">
      <dgm:prSet presAssocID="{A82B0991-DCBE-4FE5-AB9A-92679E1B431C}" presName="compNode" presStyleCnt="0"/>
      <dgm:spPr/>
    </dgm:pt>
    <dgm:pt modelId="{CB575E77-3FDC-430B-85AA-471619EC2C9B}" type="pres">
      <dgm:prSet presAssocID="{A82B0991-DCBE-4FE5-AB9A-92679E1B431C}" presName="iconBgRect" presStyleLbl="bgShp" presStyleIdx="4" presStyleCnt="5"/>
      <dgm:spPr/>
    </dgm:pt>
    <dgm:pt modelId="{56D47000-7F0F-4278-A1A0-EF27820FED2F}" type="pres">
      <dgm:prSet presAssocID="{A82B0991-DCBE-4FE5-AB9A-92679E1B431C}"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ullseye"/>
        </a:ext>
      </dgm:extLst>
    </dgm:pt>
    <dgm:pt modelId="{6ED1AB4E-1E51-4B51-83E7-D6D4D201C2D4}" type="pres">
      <dgm:prSet presAssocID="{A82B0991-DCBE-4FE5-AB9A-92679E1B431C}" presName="spaceRect" presStyleCnt="0"/>
      <dgm:spPr/>
    </dgm:pt>
    <dgm:pt modelId="{8634419E-BBC2-43F9-BAF5-58C7520E3BA8}" type="pres">
      <dgm:prSet presAssocID="{A82B0991-DCBE-4FE5-AB9A-92679E1B431C}" presName="textRect" presStyleLbl="revTx" presStyleIdx="4" presStyleCnt="5">
        <dgm:presLayoutVars>
          <dgm:chMax val="1"/>
          <dgm:chPref val="1"/>
        </dgm:presLayoutVars>
      </dgm:prSet>
      <dgm:spPr/>
    </dgm:pt>
  </dgm:ptLst>
  <dgm:cxnLst>
    <dgm:cxn modelId="{3148CB07-CA01-42D6-9778-1B955247F4AF}" type="presOf" srcId="{10DD5467-7A95-4109-92D7-EB5BB60ADDFD}" destId="{6A067349-8313-4C51-A7AB-4E7C1CA8719D}" srcOrd="0" destOrd="0" presId="urn:microsoft.com/office/officeart/2018/5/layout/IconCircleLabelList"/>
    <dgm:cxn modelId="{B73BA936-1CCA-406B-95E7-1A5C18A9D491}" srcId="{10DD5467-7A95-4109-92D7-EB5BB60ADDFD}" destId="{E9E574E0-B88A-4E83-9C2A-218C122B4E46}" srcOrd="3" destOrd="0" parTransId="{31BF9FF9-520E-4F63-8713-22606285614A}" sibTransId="{0A585C4F-3DB1-42E2-A0CD-33B6C6E5C581}"/>
    <dgm:cxn modelId="{77B1435E-9958-4DE4-AEE1-5EB338DB6E74}" type="presOf" srcId="{F4ABA6C7-1D30-4230-A105-04DD72225AC6}" destId="{A7CB7E93-AA1F-45BA-B9D3-5CD1DAB96D6D}" srcOrd="0" destOrd="0" presId="urn:microsoft.com/office/officeart/2018/5/layout/IconCircleLabelList"/>
    <dgm:cxn modelId="{B853F95F-FF7F-4B9E-932C-3B367C62E663}" srcId="{10DD5467-7A95-4109-92D7-EB5BB60ADDFD}" destId="{8C97269A-6696-4A7B-9246-EF6B79EC76A6}" srcOrd="2" destOrd="0" parTransId="{9AF3FB8C-B7B0-41FA-A0C8-5590B0E8AD22}" sibTransId="{907229A2-4C50-4B6D-B37E-E09C4AE089AE}"/>
    <dgm:cxn modelId="{E9C0EC7E-7314-427D-853B-055726E14C9D}" type="presOf" srcId="{7C874C4B-A70C-47AC-BCD5-B835DE403F71}" destId="{1C396B58-125D-4F48-A80D-6E70CA1F693C}" srcOrd="0" destOrd="0" presId="urn:microsoft.com/office/officeart/2018/5/layout/IconCircleLabelList"/>
    <dgm:cxn modelId="{43F23A82-21E3-45CE-960B-F50EB870CC03}" type="presOf" srcId="{8C97269A-6696-4A7B-9246-EF6B79EC76A6}" destId="{63E24784-C31C-450B-9A28-5E2ECB129CD5}" srcOrd="0" destOrd="0" presId="urn:microsoft.com/office/officeart/2018/5/layout/IconCircleLabelList"/>
    <dgm:cxn modelId="{573A6B95-0506-4612-BC29-EDCFF3861D7D}" type="presOf" srcId="{A82B0991-DCBE-4FE5-AB9A-92679E1B431C}" destId="{8634419E-BBC2-43F9-BAF5-58C7520E3BA8}" srcOrd="0" destOrd="0" presId="urn:microsoft.com/office/officeart/2018/5/layout/IconCircleLabelList"/>
    <dgm:cxn modelId="{C1079196-5E99-4D1B-B3B8-48DE2C41759E}" srcId="{10DD5467-7A95-4109-92D7-EB5BB60ADDFD}" destId="{A82B0991-DCBE-4FE5-AB9A-92679E1B431C}" srcOrd="4" destOrd="0" parTransId="{D6BC808B-A4EA-4D2C-ACA3-A5E623B0AC88}" sibTransId="{AFB06211-2280-4040-8B7F-F003EF2729F2}"/>
    <dgm:cxn modelId="{4705A0CB-1333-4F9A-8D50-7A3A984040C8}" srcId="{10DD5467-7A95-4109-92D7-EB5BB60ADDFD}" destId="{7C874C4B-A70C-47AC-BCD5-B835DE403F71}" srcOrd="0" destOrd="0" parTransId="{8F6DACFC-CD7C-4A5F-8FE1-3775A01EE7E9}" sibTransId="{40E1B1A8-A59A-4231-91A3-6D7548054B5A}"/>
    <dgm:cxn modelId="{D1B4F3EA-40D4-4096-ACB5-FAAEFD06EA48}" type="presOf" srcId="{E9E574E0-B88A-4E83-9C2A-218C122B4E46}" destId="{CB93A43D-400D-40B5-9F3C-E79BF8FF862E}" srcOrd="0" destOrd="0" presId="urn:microsoft.com/office/officeart/2018/5/layout/IconCircleLabelList"/>
    <dgm:cxn modelId="{1B89FEFB-15A9-46B6-9248-6963858532FF}" srcId="{10DD5467-7A95-4109-92D7-EB5BB60ADDFD}" destId="{F4ABA6C7-1D30-4230-A105-04DD72225AC6}" srcOrd="1" destOrd="0" parTransId="{3723CB58-EA78-4618-BB8E-A30E0F04A743}" sibTransId="{76419BA4-1CCA-4CF8-8FCD-B080538AE83C}"/>
    <dgm:cxn modelId="{F6B959FD-227D-40E1-B779-B843A2BD571A}" type="presParOf" srcId="{6A067349-8313-4C51-A7AB-4E7C1CA8719D}" destId="{C1A6A75C-79BB-40F8-8F65-7F1F4641B010}" srcOrd="0" destOrd="0" presId="urn:microsoft.com/office/officeart/2018/5/layout/IconCircleLabelList"/>
    <dgm:cxn modelId="{B7CA93C1-341C-4487-BB08-B753A2A82EA3}" type="presParOf" srcId="{C1A6A75C-79BB-40F8-8F65-7F1F4641B010}" destId="{BECD0DB0-C5C4-4E55-B26B-B39E617EBE7E}" srcOrd="0" destOrd="0" presId="urn:microsoft.com/office/officeart/2018/5/layout/IconCircleLabelList"/>
    <dgm:cxn modelId="{03497882-79E5-40AA-BD34-17BA82717C20}" type="presParOf" srcId="{C1A6A75C-79BB-40F8-8F65-7F1F4641B010}" destId="{F5859298-5F8F-40AD-9F03-F019B202BEE4}" srcOrd="1" destOrd="0" presId="urn:microsoft.com/office/officeart/2018/5/layout/IconCircleLabelList"/>
    <dgm:cxn modelId="{5F31685A-0C8A-48E3-BACE-F3288DB00C30}" type="presParOf" srcId="{C1A6A75C-79BB-40F8-8F65-7F1F4641B010}" destId="{89A294B2-6D1F-4AB0-8219-75F1C5E9129B}" srcOrd="2" destOrd="0" presId="urn:microsoft.com/office/officeart/2018/5/layout/IconCircleLabelList"/>
    <dgm:cxn modelId="{8E8E4C87-CC90-47C6-BC41-CBE0BED85052}" type="presParOf" srcId="{C1A6A75C-79BB-40F8-8F65-7F1F4641B010}" destId="{1C396B58-125D-4F48-A80D-6E70CA1F693C}" srcOrd="3" destOrd="0" presId="urn:microsoft.com/office/officeart/2018/5/layout/IconCircleLabelList"/>
    <dgm:cxn modelId="{5DC3EF32-0761-4101-92C6-CF0FDD4A278C}" type="presParOf" srcId="{6A067349-8313-4C51-A7AB-4E7C1CA8719D}" destId="{13FE42CA-3AD7-4CF3-ADFD-2AC9F7BAB83F}" srcOrd="1" destOrd="0" presId="urn:microsoft.com/office/officeart/2018/5/layout/IconCircleLabelList"/>
    <dgm:cxn modelId="{9A264447-A39A-4253-A091-C708961B1BA4}" type="presParOf" srcId="{6A067349-8313-4C51-A7AB-4E7C1CA8719D}" destId="{75FAB503-D0D1-44E1-9AAF-1987BCF4361A}" srcOrd="2" destOrd="0" presId="urn:microsoft.com/office/officeart/2018/5/layout/IconCircleLabelList"/>
    <dgm:cxn modelId="{5321F796-4A17-45C5-875B-B592DE2F6A7B}" type="presParOf" srcId="{75FAB503-D0D1-44E1-9AAF-1987BCF4361A}" destId="{2BC246C9-87F5-4A53-9B30-0026E96676B8}" srcOrd="0" destOrd="0" presId="urn:microsoft.com/office/officeart/2018/5/layout/IconCircleLabelList"/>
    <dgm:cxn modelId="{9E98138E-192B-4942-AEB8-4B513A8E1D97}" type="presParOf" srcId="{75FAB503-D0D1-44E1-9AAF-1987BCF4361A}" destId="{F16B8316-B810-4952-ACFA-074FC85F66D6}" srcOrd="1" destOrd="0" presId="urn:microsoft.com/office/officeart/2018/5/layout/IconCircleLabelList"/>
    <dgm:cxn modelId="{00C3C200-2B12-4825-A121-B18E807C9A33}" type="presParOf" srcId="{75FAB503-D0D1-44E1-9AAF-1987BCF4361A}" destId="{F836210E-B1C8-43C6-BF11-41547901D561}" srcOrd="2" destOrd="0" presId="urn:microsoft.com/office/officeart/2018/5/layout/IconCircleLabelList"/>
    <dgm:cxn modelId="{16C92955-1377-458D-A218-11B70E4C2598}" type="presParOf" srcId="{75FAB503-D0D1-44E1-9AAF-1987BCF4361A}" destId="{A7CB7E93-AA1F-45BA-B9D3-5CD1DAB96D6D}" srcOrd="3" destOrd="0" presId="urn:microsoft.com/office/officeart/2018/5/layout/IconCircleLabelList"/>
    <dgm:cxn modelId="{58FD461E-7A81-46E6-A88C-54FA3B9D4128}" type="presParOf" srcId="{6A067349-8313-4C51-A7AB-4E7C1CA8719D}" destId="{33DAD572-4FD1-4EF9-920E-82ABA2DCCE23}" srcOrd="3" destOrd="0" presId="urn:microsoft.com/office/officeart/2018/5/layout/IconCircleLabelList"/>
    <dgm:cxn modelId="{92CED912-5ED1-411C-8E1D-026DEDE95950}" type="presParOf" srcId="{6A067349-8313-4C51-A7AB-4E7C1CA8719D}" destId="{F4888548-2E63-405A-B801-F021B1FF1F68}" srcOrd="4" destOrd="0" presId="urn:microsoft.com/office/officeart/2018/5/layout/IconCircleLabelList"/>
    <dgm:cxn modelId="{47321162-77FC-4839-B9C5-C9E5C8B58C58}" type="presParOf" srcId="{F4888548-2E63-405A-B801-F021B1FF1F68}" destId="{BA132C46-91D7-4D4E-842B-10FA02DE02AE}" srcOrd="0" destOrd="0" presId="urn:microsoft.com/office/officeart/2018/5/layout/IconCircleLabelList"/>
    <dgm:cxn modelId="{FC8655F4-F4DC-41BB-9237-CCFFD3A5D05C}" type="presParOf" srcId="{F4888548-2E63-405A-B801-F021B1FF1F68}" destId="{F30D3A71-A194-47B2-BF15-B0D954F7A83C}" srcOrd="1" destOrd="0" presId="urn:microsoft.com/office/officeart/2018/5/layout/IconCircleLabelList"/>
    <dgm:cxn modelId="{24662075-A6D4-401E-BAF3-BA34DE99DADF}" type="presParOf" srcId="{F4888548-2E63-405A-B801-F021B1FF1F68}" destId="{868BC99F-8937-410E-A425-87FA86B9C171}" srcOrd="2" destOrd="0" presId="urn:microsoft.com/office/officeart/2018/5/layout/IconCircleLabelList"/>
    <dgm:cxn modelId="{ED6120CB-CFA7-460F-A879-8BBD8EA64F14}" type="presParOf" srcId="{F4888548-2E63-405A-B801-F021B1FF1F68}" destId="{63E24784-C31C-450B-9A28-5E2ECB129CD5}" srcOrd="3" destOrd="0" presId="urn:microsoft.com/office/officeart/2018/5/layout/IconCircleLabelList"/>
    <dgm:cxn modelId="{DF5E2698-E2E5-4654-8556-47B978B3A25A}" type="presParOf" srcId="{6A067349-8313-4C51-A7AB-4E7C1CA8719D}" destId="{A3E193FC-FB16-49B7-8CCF-8B68E86CC3FA}" srcOrd="5" destOrd="0" presId="urn:microsoft.com/office/officeart/2018/5/layout/IconCircleLabelList"/>
    <dgm:cxn modelId="{F86A9466-23CE-404E-B307-5D8DB237CCBD}" type="presParOf" srcId="{6A067349-8313-4C51-A7AB-4E7C1CA8719D}" destId="{7A1D19D4-DA79-47A4-AEA2-CA4556E13B8F}" srcOrd="6" destOrd="0" presId="urn:microsoft.com/office/officeart/2018/5/layout/IconCircleLabelList"/>
    <dgm:cxn modelId="{C6BB0245-2D9A-40B0-BB33-B84FC42649D4}" type="presParOf" srcId="{7A1D19D4-DA79-47A4-AEA2-CA4556E13B8F}" destId="{38FBC1AD-2594-4B03-9354-69A71BD9A1F0}" srcOrd="0" destOrd="0" presId="urn:microsoft.com/office/officeart/2018/5/layout/IconCircleLabelList"/>
    <dgm:cxn modelId="{06282D1B-E76D-4C99-8BF6-9F08E2582D49}" type="presParOf" srcId="{7A1D19D4-DA79-47A4-AEA2-CA4556E13B8F}" destId="{84AFF8F6-14FA-470D-B17C-61F7D069434F}" srcOrd="1" destOrd="0" presId="urn:microsoft.com/office/officeart/2018/5/layout/IconCircleLabelList"/>
    <dgm:cxn modelId="{9B268F3D-9C55-4DD5-8666-0A9CF259686C}" type="presParOf" srcId="{7A1D19D4-DA79-47A4-AEA2-CA4556E13B8F}" destId="{89AE4E3F-7BCD-4FF4-9EC9-00D5FF08A0CF}" srcOrd="2" destOrd="0" presId="urn:microsoft.com/office/officeart/2018/5/layout/IconCircleLabelList"/>
    <dgm:cxn modelId="{F8E02D08-DB77-479E-BF2F-298ED70BB5F1}" type="presParOf" srcId="{7A1D19D4-DA79-47A4-AEA2-CA4556E13B8F}" destId="{CB93A43D-400D-40B5-9F3C-E79BF8FF862E}" srcOrd="3" destOrd="0" presId="urn:microsoft.com/office/officeart/2018/5/layout/IconCircleLabelList"/>
    <dgm:cxn modelId="{756399FC-E23C-459B-9F12-25E33E24DE5D}" type="presParOf" srcId="{6A067349-8313-4C51-A7AB-4E7C1CA8719D}" destId="{699A93A5-E445-4784-9378-318F41D1365B}" srcOrd="7" destOrd="0" presId="urn:microsoft.com/office/officeart/2018/5/layout/IconCircleLabelList"/>
    <dgm:cxn modelId="{9EB762E5-7A41-4D20-B75C-2321DA1FBCEB}" type="presParOf" srcId="{6A067349-8313-4C51-A7AB-4E7C1CA8719D}" destId="{AA3833A8-A2BF-4D7A-B0C2-273EADD04DB9}" srcOrd="8" destOrd="0" presId="urn:microsoft.com/office/officeart/2018/5/layout/IconCircleLabelList"/>
    <dgm:cxn modelId="{E8F30039-3CF7-4137-B3E6-AA059A5615C1}" type="presParOf" srcId="{AA3833A8-A2BF-4D7A-B0C2-273EADD04DB9}" destId="{CB575E77-3FDC-430B-85AA-471619EC2C9B}" srcOrd="0" destOrd="0" presId="urn:microsoft.com/office/officeart/2018/5/layout/IconCircleLabelList"/>
    <dgm:cxn modelId="{904DDF22-7936-4D19-B740-6C8394BB83FA}" type="presParOf" srcId="{AA3833A8-A2BF-4D7A-B0C2-273EADD04DB9}" destId="{56D47000-7F0F-4278-A1A0-EF27820FED2F}" srcOrd="1" destOrd="0" presId="urn:microsoft.com/office/officeart/2018/5/layout/IconCircleLabelList"/>
    <dgm:cxn modelId="{F2B746FF-80BD-4A8D-9FDC-5847A2A5AEB6}" type="presParOf" srcId="{AA3833A8-A2BF-4D7A-B0C2-273EADD04DB9}" destId="{6ED1AB4E-1E51-4B51-83E7-D6D4D201C2D4}" srcOrd="2" destOrd="0" presId="urn:microsoft.com/office/officeart/2018/5/layout/IconCircleLabelList"/>
    <dgm:cxn modelId="{506B199B-CBD9-4283-8F6B-801F2ADA20C6}" type="presParOf" srcId="{AA3833A8-A2BF-4D7A-B0C2-273EADD04DB9}" destId="{8634419E-BBC2-43F9-BAF5-58C7520E3BA8}" srcOrd="3" destOrd="0" presId="urn:microsoft.com/office/officeart/2018/5/layout/IconCircle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095AF5-8A52-4BDF-A54F-18213F977C9A}">
      <dsp:nvSpPr>
        <dsp:cNvPr id="0" name=""/>
        <dsp:cNvSpPr/>
      </dsp:nvSpPr>
      <dsp:spPr>
        <a:xfrm>
          <a:off x="684914" y="982652"/>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0C3DCD-DB37-4C68-8560-53CF71C0AF9C}">
      <dsp:nvSpPr>
        <dsp:cNvPr id="0" name=""/>
        <dsp:cNvSpPr/>
      </dsp:nvSpPr>
      <dsp:spPr>
        <a:xfrm>
          <a:off x="918914" y="121665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716FB9-B65E-4031-AB8D-43EF63C71B16}">
      <dsp:nvSpPr>
        <dsp:cNvPr id="0" name=""/>
        <dsp:cNvSpPr/>
      </dsp:nvSpPr>
      <dsp:spPr>
        <a:xfrm>
          <a:off x="333914" y="2422652"/>
          <a:ext cx="180000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Runs test steps automatically and compares actual results to expected results</a:t>
          </a:r>
        </a:p>
      </dsp:txBody>
      <dsp:txXfrm>
        <a:off x="333914" y="2422652"/>
        <a:ext cx="1800000" cy="787500"/>
      </dsp:txXfrm>
    </dsp:sp>
    <dsp:sp modelId="{68DABE60-8A64-44FA-9BA5-55E3327DFB80}">
      <dsp:nvSpPr>
        <dsp:cNvPr id="0" name=""/>
        <dsp:cNvSpPr/>
      </dsp:nvSpPr>
      <dsp:spPr>
        <a:xfrm>
          <a:off x="2799914" y="982652"/>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97E249-9634-406D-AB6E-306240DDB47C}">
      <dsp:nvSpPr>
        <dsp:cNvPr id="0" name=""/>
        <dsp:cNvSpPr/>
      </dsp:nvSpPr>
      <dsp:spPr>
        <a:xfrm>
          <a:off x="3033914" y="121665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69A97A-479E-419D-BB25-5077B6EFFF63}">
      <dsp:nvSpPr>
        <dsp:cNvPr id="0" name=""/>
        <dsp:cNvSpPr/>
      </dsp:nvSpPr>
      <dsp:spPr>
        <a:xfrm>
          <a:off x="2448914" y="2422652"/>
          <a:ext cx="180000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Supports repeatable regression checks after code changes</a:t>
          </a:r>
        </a:p>
      </dsp:txBody>
      <dsp:txXfrm>
        <a:off x="2448914" y="2422652"/>
        <a:ext cx="1800000" cy="787500"/>
      </dsp:txXfrm>
    </dsp:sp>
    <dsp:sp modelId="{600A920E-52C2-496A-84DF-5CF2CAC25E16}">
      <dsp:nvSpPr>
        <dsp:cNvPr id="0" name=""/>
        <dsp:cNvSpPr/>
      </dsp:nvSpPr>
      <dsp:spPr>
        <a:xfrm>
          <a:off x="4914914" y="982652"/>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604DDF-64EC-4D1B-9868-4F38465DE240}">
      <dsp:nvSpPr>
        <dsp:cNvPr id="0" name=""/>
        <dsp:cNvSpPr/>
      </dsp:nvSpPr>
      <dsp:spPr>
        <a:xfrm>
          <a:off x="5148914" y="121665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0B6330-894C-449E-9CEC-03EAA069D6A3}">
      <dsp:nvSpPr>
        <dsp:cNvPr id="0" name=""/>
        <dsp:cNvSpPr/>
      </dsp:nvSpPr>
      <dsp:spPr>
        <a:xfrm>
          <a:off x="4563914" y="2422652"/>
          <a:ext cx="180000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Scales testing across many inputs and browsers when needed</a:t>
          </a:r>
        </a:p>
      </dsp:txBody>
      <dsp:txXfrm>
        <a:off x="4563914" y="2422652"/>
        <a:ext cx="1800000" cy="787500"/>
      </dsp:txXfrm>
    </dsp:sp>
    <dsp:sp modelId="{11484CAC-D05C-4216-8166-B4A87DFCBB8D}">
      <dsp:nvSpPr>
        <dsp:cNvPr id="0" name=""/>
        <dsp:cNvSpPr/>
      </dsp:nvSpPr>
      <dsp:spPr>
        <a:xfrm>
          <a:off x="7029914" y="982652"/>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61939D-727C-42AE-970D-C5CF6BA61F0B}">
      <dsp:nvSpPr>
        <dsp:cNvPr id="0" name=""/>
        <dsp:cNvSpPr/>
      </dsp:nvSpPr>
      <dsp:spPr>
        <a:xfrm>
          <a:off x="7263914" y="121665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21189BE-85F4-4A45-BA36-5729394D097F}">
      <dsp:nvSpPr>
        <dsp:cNvPr id="0" name=""/>
        <dsp:cNvSpPr/>
      </dsp:nvSpPr>
      <dsp:spPr>
        <a:xfrm>
          <a:off x="6678914" y="2422652"/>
          <a:ext cx="180000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Standardizes how tests are written, organized, executed, and reported</a:t>
          </a:r>
        </a:p>
      </dsp:txBody>
      <dsp:txXfrm>
        <a:off x="6678914" y="2422652"/>
        <a:ext cx="1800000" cy="787500"/>
      </dsp:txXfrm>
    </dsp:sp>
    <dsp:sp modelId="{4AC8B215-6FB3-452F-A563-1C6B2F6A1827}">
      <dsp:nvSpPr>
        <dsp:cNvPr id="0" name=""/>
        <dsp:cNvSpPr/>
      </dsp:nvSpPr>
      <dsp:spPr>
        <a:xfrm>
          <a:off x="9144914" y="982652"/>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E5414C-09C0-4D93-AE7E-592F61DDDE66}">
      <dsp:nvSpPr>
        <dsp:cNvPr id="0" name=""/>
        <dsp:cNvSpPr/>
      </dsp:nvSpPr>
      <dsp:spPr>
        <a:xfrm>
          <a:off x="9378914" y="1216652"/>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2918E3-31A3-4FD2-8084-DA2FD46E0843}">
      <dsp:nvSpPr>
        <dsp:cNvPr id="0" name=""/>
        <dsp:cNvSpPr/>
      </dsp:nvSpPr>
      <dsp:spPr>
        <a:xfrm>
          <a:off x="8793914" y="2422652"/>
          <a:ext cx="180000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Reduces manual effort over time, but requires upfront setup and ongoing maintenance</a:t>
          </a:r>
        </a:p>
      </dsp:txBody>
      <dsp:txXfrm>
        <a:off x="8793914" y="2422652"/>
        <a:ext cx="1800000" cy="7875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5D0B59-C614-44B2-8639-2AD4EAA93F4B}">
      <dsp:nvSpPr>
        <dsp:cNvPr id="0" name=""/>
        <dsp:cNvSpPr/>
      </dsp:nvSpPr>
      <dsp:spPr>
        <a:xfrm>
          <a:off x="22151" y="110254"/>
          <a:ext cx="685106" cy="68510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F3FF1C-F170-4389-B719-0D1F3852EDDF}">
      <dsp:nvSpPr>
        <dsp:cNvPr id="0" name=""/>
        <dsp:cNvSpPr/>
      </dsp:nvSpPr>
      <dsp:spPr>
        <a:xfrm>
          <a:off x="166024" y="254126"/>
          <a:ext cx="397361" cy="39736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B5D58D-C84A-4495-BEE3-C9BA09806A85}">
      <dsp:nvSpPr>
        <dsp:cNvPr id="0" name=""/>
        <dsp:cNvSpPr/>
      </dsp:nvSpPr>
      <dsp:spPr>
        <a:xfrm>
          <a:off x="854067" y="110254"/>
          <a:ext cx="1614894" cy="685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Best fit: </a:t>
          </a:r>
          <a:r>
            <a:rPr lang="en-US" sz="1100" kern="1200" dirty="0"/>
            <a:t>modern web apps that need reliable browser automation at speed</a:t>
          </a:r>
        </a:p>
      </dsp:txBody>
      <dsp:txXfrm>
        <a:off x="854067" y="110254"/>
        <a:ext cx="1614894" cy="685106"/>
      </dsp:txXfrm>
    </dsp:sp>
    <dsp:sp modelId="{354FAD32-6A8B-4421-AB54-091DAC600C1B}">
      <dsp:nvSpPr>
        <dsp:cNvPr id="0" name=""/>
        <dsp:cNvSpPr/>
      </dsp:nvSpPr>
      <dsp:spPr>
        <a:xfrm>
          <a:off x="2750345" y="110254"/>
          <a:ext cx="685106" cy="68510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8F49B1-005D-45F8-841A-8D8CEE763BC1}">
      <dsp:nvSpPr>
        <dsp:cNvPr id="0" name=""/>
        <dsp:cNvSpPr/>
      </dsp:nvSpPr>
      <dsp:spPr>
        <a:xfrm>
          <a:off x="2894217" y="254126"/>
          <a:ext cx="397361" cy="39736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ADBCB5-F671-48EF-B366-41D2B40C7208}">
      <dsp:nvSpPr>
        <dsp:cNvPr id="0" name=""/>
        <dsp:cNvSpPr/>
      </dsp:nvSpPr>
      <dsp:spPr>
        <a:xfrm>
          <a:off x="3582260" y="110254"/>
          <a:ext cx="1614894" cy="685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Strengths: </a:t>
          </a:r>
          <a:r>
            <a:rPr lang="en-US" sz="1100" kern="1200" dirty="0"/>
            <a:t>strong stability, fast execution, good support for multiple browsers</a:t>
          </a:r>
        </a:p>
      </dsp:txBody>
      <dsp:txXfrm>
        <a:off x="3582260" y="110254"/>
        <a:ext cx="1614894" cy="685106"/>
      </dsp:txXfrm>
    </dsp:sp>
    <dsp:sp modelId="{3EF39626-B349-4C7C-AECF-280632716F89}">
      <dsp:nvSpPr>
        <dsp:cNvPr id="0" name=""/>
        <dsp:cNvSpPr/>
      </dsp:nvSpPr>
      <dsp:spPr>
        <a:xfrm>
          <a:off x="22151" y="1381559"/>
          <a:ext cx="685106" cy="68510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620B2F-2751-4004-85A0-B5659A32950D}">
      <dsp:nvSpPr>
        <dsp:cNvPr id="0" name=""/>
        <dsp:cNvSpPr/>
      </dsp:nvSpPr>
      <dsp:spPr>
        <a:xfrm>
          <a:off x="166024" y="1525431"/>
          <a:ext cx="397361" cy="39736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68BA6E-A640-4EF9-8FF3-E2D924645239}">
      <dsp:nvSpPr>
        <dsp:cNvPr id="0" name=""/>
        <dsp:cNvSpPr/>
      </dsp:nvSpPr>
      <dsp:spPr>
        <a:xfrm>
          <a:off x="854067" y="1381559"/>
          <a:ext cx="1614894" cy="685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Built in features: </a:t>
          </a:r>
          <a:r>
            <a:rPr lang="en-US" sz="1100" kern="1200" dirty="0"/>
            <a:t>traces, screenshots, video capture, and test runner options</a:t>
          </a:r>
        </a:p>
      </dsp:txBody>
      <dsp:txXfrm>
        <a:off x="854067" y="1381559"/>
        <a:ext cx="1614894" cy="685106"/>
      </dsp:txXfrm>
    </dsp:sp>
    <dsp:sp modelId="{3B236106-6445-447D-AD17-5F18FBD7E80D}">
      <dsp:nvSpPr>
        <dsp:cNvPr id="0" name=""/>
        <dsp:cNvSpPr/>
      </dsp:nvSpPr>
      <dsp:spPr>
        <a:xfrm>
          <a:off x="2750345" y="1381559"/>
          <a:ext cx="685106" cy="68510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C85250-2B9E-4658-97BD-C972C71A7D97}">
      <dsp:nvSpPr>
        <dsp:cNvPr id="0" name=""/>
        <dsp:cNvSpPr/>
      </dsp:nvSpPr>
      <dsp:spPr>
        <a:xfrm>
          <a:off x="2894217" y="1525431"/>
          <a:ext cx="397361" cy="39736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930B9F-FA10-46E0-ACF4-4D76C50EDF38}">
      <dsp:nvSpPr>
        <dsp:cNvPr id="0" name=""/>
        <dsp:cNvSpPr/>
      </dsp:nvSpPr>
      <dsp:spPr>
        <a:xfrm>
          <a:off x="3582260" y="1381559"/>
          <a:ext cx="1614894" cy="685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Works well for: </a:t>
          </a:r>
          <a:r>
            <a:rPr lang="en-US" sz="1100" kern="1200" dirty="0"/>
            <a:t>user flows that must be validated every release</a:t>
          </a:r>
        </a:p>
      </dsp:txBody>
      <dsp:txXfrm>
        <a:off x="3582260" y="1381559"/>
        <a:ext cx="1614894" cy="685106"/>
      </dsp:txXfrm>
    </dsp:sp>
    <dsp:sp modelId="{E24383BC-6654-483E-BA4C-96249A87BAEF}">
      <dsp:nvSpPr>
        <dsp:cNvPr id="0" name=""/>
        <dsp:cNvSpPr/>
      </dsp:nvSpPr>
      <dsp:spPr>
        <a:xfrm>
          <a:off x="22151" y="2652864"/>
          <a:ext cx="685106" cy="68510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FA0D66-2488-4D25-8369-CEBB8A924F5C}">
      <dsp:nvSpPr>
        <dsp:cNvPr id="0" name=""/>
        <dsp:cNvSpPr/>
      </dsp:nvSpPr>
      <dsp:spPr>
        <a:xfrm>
          <a:off x="166024" y="2796736"/>
          <a:ext cx="397361" cy="39736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00CCB1-F896-496F-BC45-C033A283450D}">
      <dsp:nvSpPr>
        <dsp:cNvPr id="0" name=""/>
        <dsp:cNvSpPr/>
      </dsp:nvSpPr>
      <dsp:spPr>
        <a:xfrm>
          <a:off x="854067" y="2652864"/>
          <a:ext cx="1614894" cy="685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Watch outs: </a:t>
          </a:r>
          <a:r>
            <a:rPr lang="en-US" sz="1100" kern="1200" dirty="0"/>
            <a:t>requires coding comfort and consistent test data management</a:t>
          </a:r>
        </a:p>
      </dsp:txBody>
      <dsp:txXfrm>
        <a:off x="854067" y="2652864"/>
        <a:ext cx="1614894" cy="6851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7ACEED-2153-47EE-999C-5EBA74CD7A50}">
      <dsp:nvSpPr>
        <dsp:cNvPr id="0" name=""/>
        <dsp:cNvSpPr/>
      </dsp:nvSpPr>
      <dsp:spPr>
        <a:xfrm>
          <a:off x="58849" y="328037"/>
          <a:ext cx="628467" cy="628467"/>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B7BB47-8FF5-410E-92D0-2928F84B84EA}">
      <dsp:nvSpPr>
        <dsp:cNvPr id="0" name=""/>
        <dsp:cNvSpPr/>
      </dsp:nvSpPr>
      <dsp:spPr>
        <a:xfrm>
          <a:off x="190828" y="460015"/>
          <a:ext cx="364511" cy="3645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EB72C6-0542-44C1-81A5-24F03D19F3B0}">
      <dsp:nvSpPr>
        <dsp:cNvPr id="0" name=""/>
        <dsp:cNvSpPr/>
      </dsp:nvSpPr>
      <dsp:spPr>
        <a:xfrm>
          <a:off x="821989" y="328037"/>
          <a:ext cx="1481388" cy="62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Best fit: </a:t>
          </a:r>
          <a:r>
            <a:rPr lang="en-US" sz="1100" kern="1200" dirty="0"/>
            <a:t>web app testing where developer feedback speed matters</a:t>
          </a:r>
        </a:p>
      </dsp:txBody>
      <dsp:txXfrm>
        <a:off x="821989" y="328037"/>
        <a:ext cx="1481388" cy="628467"/>
      </dsp:txXfrm>
    </dsp:sp>
    <dsp:sp modelId="{79CB201D-6D4E-407A-915F-00898A0852F4}">
      <dsp:nvSpPr>
        <dsp:cNvPr id="0" name=""/>
        <dsp:cNvSpPr/>
      </dsp:nvSpPr>
      <dsp:spPr>
        <a:xfrm>
          <a:off x="2561497" y="328037"/>
          <a:ext cx="628467" cy="628467"/>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5DC136-9043-4021-87AC-574BCF9AFFFA}">
      <dsp:nvSpPr>
        <dsp:cNvPr id="0" name=""/>
        <dsp:cNvSpPr/>
      </dsp:nvSpPr>
      <dsp:spPr>
        <a:xfrm>
          <a:off x="2693476" y="460015"/>
          <a:ext cx="364511" cy="3645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2FE065-D58E-4A5C-860A-8171D916A5B1}">
      <dsp:nvSpPr>
        <dsp:cNvPr id="0" name=""/>
        <dsp:cNvSpPr/>
      </dsp:nvSpPr>
      <dsp:spPr>
        <a:xfrm>
          <a:off x="3324637" y="328037"/>
          <a:ext cx="1481388" cy="62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Strengths: </a:t>
          </a:r>
          <a:r>
            <a:rPr lang="en-US" sz="1100" kern="1200" dirty="0"/>
            <a:t>quick setup, strong debugging experience, clear test readability</a:t>
          </a:r>
        </a:p>
      </dsp:txBody>
      <dsp:txXfrm>
        <a:off x="3324637" y="328037"/>
        <a:ext cx="1481388" cy="628467"/>
      </dsp:txXfrm>
    </dsp:sp>
    <dsp:sp modelId="{9554B73E-0459-4D2B-B7B7-CBB23F4953D9}">
      <dsp:nvSpPr>
        <dsp:cNvPr id="0" name=""/>
        <dsp:cNvSpPr/>
      </dsp:nvSpPr>
      <dsp:spPr>
        <a:xfrm>
          <a:off x="58849" y="1611128"/>
          <a:ext cx="628467" cy="628467"/>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92138E-CF2F-4CBF-87FC-3345E3B49BBF}">
      <dsp:nvSpPr>
        <dsp:cNvPr id="0" name=""/>
        <dsp:cNvSpPr/>
      </dsp:nvSpPr>
      <dsp:spPr>
        <a:xfrm>
          <a:off x="190828" y="1743106"/>
          <a:ext cx="364511" cy="3645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AB98E6-9776-4E86-98A5-F811030AE7E5}">
      <dsp:nvSpPr>
        <dsp:cNvPr id="0" name=""/>
        <dsp:cNvSpPr/>
      </dsp:nvSpPr>
      <dsp:spPr>
        <a:xfrm>
          <a:off x="821989" y="1611128"/>
          <a:ext cx="1481388" cy="62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Great for: </a:t>
          </a:r>
          <a:r>
            <a:rPr lang="en-US" sz="1100" kern="1200" dirty="0"/>
            <a:t>front end regression checks on critical pages and flows</a:t>
          </a:r>
        </a:p>
      </dsp:txBody>
      <dsp:txXfrm>
        <a:off x="821989" y="1611128"/>
        <a:ext cx="1481388" cy="628467"/>
      </dsp:txXfrm>
    </dsp:sp>
    <dsp:sp modelId="{9E54C61E-5C66-4A49-9CBD-59EAF5726EE0}">
      <dsp:nvSpPr>
        <dsp:cNvPr id="0" name=""/>
        <dsp:cNvSpPr/>
      </dsp:nvSpPr>
      <dsp:spPr>
        <a:xfrm>
          <a:off x="2561497" y="1611128"/>
          <a:ext cx="628467" cy="628467"/>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D0A615-E531-425F-B6F3-CE1D53C37857}">
      <dsp:nvSpPr>
        <dsp:cNvPr id="0" name=""/>
        <dsp:cNvSpPr/>
      </dsp:nvSpPr>
      <dsp:spPr>
        <a:xfrm>
          <a:off x="2693476" y="1743106"/>
          <a:ext cx="364511" cy="36451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88EC86D-52AC-4127-B976-633916378E43}">
      <dsp:nvSpPr>
        <dsp:cNvPr id="0" name=""/>
        <dsp:cNvSpPr/>
      </dsp:nvSpPr>
      <dsp:spPr>
        <a:xfrm>
          <a:off x="3324637" y="1611128"/>
          <a:ext cx="1481388" cy="62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Works well with: </a:t>
          </a:r>
          <a:r>
            <a:rPr lang="en-US" sz="1100" kern="1200" dirty="0"/>
            <a:t>teams that already use JavaScript for tooling</a:t>
          </a:r>
        </a:p>
      </dsp:txBody>
      <dsp:txXfrm>
        <a:off x="3324637" y="1611128"/>
        <a:ext cx="1481388" cy="628467"/>
      </dsp:txXfrm>
    </dsp:sp>
    <dsp:sp modelId="{59EEBCD9-0414-44F4-95EE-1557B29F6D0F}">
      <dsp:nvSpPr>
        <dsp:cNvPr id="0" name=""/>
        <dsp:cNvSpPr/>
      </dsp:nvSpPr>
      <dsp:spPr>
        <a:xfrm>
          <a:off x="58849" y="2894218"/>
          <a:ext cx="628467" cy="628467"/>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9BD27F-1578-407B-BCEE-81981FFA9480}">
      <dsp:nvSpPr>
        <dsp:cNvPr id="0" name=""/>
        <dsp:cNvSpPr/>
      </dsp:nvSpPr>
      <dsp:spPr>
        <a:xfrm>
          <a:off x="190828" y="3026197"/>
          <a:ext cx="364511" cy="36451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3EB576C-70EB-440C-AA31-61BEF2EB9A15}">
      <dsp:nvSpPr>
        <dsp:cNvPr id="0" name=""/>
        <dsp:cNvSpPr/>
      </dsp:nvSpPr>
      <dsp:spPr>
        <a:xfrm>
          <a:off x="821989" y="2894218"/>
          <a:ext cx="1481388" cy="62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Watch outs: </a:t>
          </a:r>
          <a:r>
            <a:rPr lang="en-US" sz="1100" kern="1200" dirty="0"/>
            <a:t>some environments and advanced browser coverage can add complexity</a:t>
          </a:r>
        </a:p>
      </dsp:txBody>
      <dsp:txXfrm>
        <a:off x="821989" y="2894218"/>
        <a:ext cx="1481388" cy="62846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FBD9E5-516E-4131-8BF9-2A61BFE6E36B}">
      <dsp:nvSpPr>
        <dsp:cNvPr id="0" name=""/>
        <dsp:cNvSpPr/>
      </dsp:nvSpPr>
      <dsp:spPr>
        <a:xfrm>
          <a:off x="205931" y="250416"/>
          <a:ext cx="643359" cy="643359"/>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36DEFC-0EE5-4DC1-9412-F4B9139BCD7B}">
      <dsp:nvSpPr>
        <dsp:cNvPr id="0" name=""/>
        <dsp:cNvSpPr/>
      </dsp:nvSpPr>
      <dsp:spPr>
        <a:xfrm>
          <a:off x="343041" y="387525"/>
          <a:ext cx="369140" cy="3691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4751F4-32D1-4104-BCC3-8E3681A6E55F}">
      <dsp:nvSpPr>
        <dsp:cNvPr id="0" name=""/>
        <dsp:cNvSpPr/>
      </dsp:nvSpPr>
      <dsp:spPr>
        <a:xfrm>
          <a:off x="267" y="1094166"/>
          <a:ext cx="1054687" cy="421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Best fit: broad compatibility needs and long term browser automation programs</a:t>
          </a:r>
        </a:p>
      </dsp:txBody>
      <dsp:txXfrm>
        <a:off x="267" y="1094166"/>
        <a:ext cx="1054687" cy="421875"/>
      </dsp:txXfrm>
    </dsp:sp>
    <dsp:sp modelId="{A67121BC-100C-46B1-8477-AD601471D019}">
      <dsp:nvSpPr>
        <dsp:cNvPr id="0" name=""/>
        <dsp:cNvSpPr/>
      </dsp:nvSpPr>
      <dsp:spPr>
        <a:xfrm>
          <a:off x="1445189" y="250416"/>
          <a:ext cx="643359" cy="643359"/>
        </a:xfrm>
        <a:prstGeom prst="ellipse">
          <a:avLst/>
        </a:prstGeom>
        <a:solidFill>
          <a:schemeClr val="accent2">
            <a:hueOff val="1610903"/>
            <a:satOff val="-4623"/>
            <a:lumOff val="-7402"/>
            <a:alphaOff val="0"/>
          </a:schemeClr>
        </a:solidFill>
        <a:ln>
          <a:noFill/>
        </a:ln>
        <a:effectLst/>
      </dsp:spPr>
      <dsp:style>
        <a:lnRef idx="0">
          <a:scrgbClr r="0" g="0" b="0"/>
        </a:lnRef>
        <a:fillRef idx="1">
          <a:scrgbClr r="0" g="0" b="0"/>
        </a:fillRef>
        <a:effectRef idx="0">
          <a:scrgbClr r="0" g="0" b="0"/>
        </a:effectRef>
        <a:fontRef idx="minor"/>
      </dsp:style>
    </dsp:sp>
    <dsp:sp modelId="{6FF110DE-9B92-4558-8976-87114D7F6B2A}">
      <dsp:nvSpPr>
        <dsp:cNvPr id="0" name=""/>
        <dsp:cNvSpPr/>
      </dsp:nvSpPr>
      <dsp:spPr>
        <a:xfrm>
          <a:off x="1582298" y="387525"/>
          <a:ext cx="369140" cy="3691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B7107C-0588-4FA3-925D-CD41DE0CAF02}">
      <dsp:nvSpPr>
        <dsp:cNvPr id="0" name=""/>
        <dsp:cNvSpPr/>
      </dsp:nvSpPr>
      <dsp:spPr>
        <a:xfrm>
          <a:off x="1239525" y="1094166"/>
          <a:ext cx="1054687" cy="421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Strengths: widely adopted, strong ecosystem, supports multiple languages</a:t>
          </a:r>
        </a:p>
      </dsp:txBody>
      <dsp:txXfrm>
        <a:off x="1239525" y="1094166"/>
        <a:ext cx="1054687" cy="421875"/>
      </dsp:txXfrm>
    </dsp:sp>
    <dsp:sp modelId="{702C05D3-8C06-463D-B727-8924716F1734}">
      <dsp:nvSpPr>
        <dsp:cNvPr id="0" name=""/>
        <dsp:cNvSpPr/>
      </dsp:nvSpPr>
      <dsp:spPr>
        <a:xfrm>
          <a:off x="2684447" y="250416"/>
          <a:ext cx="643359" cy="643359"/>
        </a:xfrm>
        <a:prstGeom prst="ellipse">
          <a:avLst/>
        </a:prstGeom>
        <a:solidFill>
          <a:schemeClr val="accent2">
            <a:hueOff val="3221807"/>
            <a:satOff val="-9246"/>
            <a:lumOff val="-14805"/>
            <a:alphaOff val="0"/>
          </a:schemeClr>
        </a:solidFill>
        <a:ln>
          <a:noFill/>
        </a:ln>
        <a:effectLst/>
      </dsp:spPr>
      <dsp:style>
        <a:lnRef idx="0">
          <a:scrgbClr r="0" g="0" b="0"/>
        </a:lnRef>
        <a:fillRef idx="1">
          <a:scrgbClr r="0" g="0" b="0"/>
        </a:fillRef>
        <a:effectRef idx="0">
          <a:scrgbClr r="0" g="0" b="0"/>
        </a:effectRef>
        <a:fontRef idx="minor"/>
      </dsp:style>
    </dsp:sp>
    <dsp:sp modelId="{F6DE969C-B46B-4B42-8CF4-DD0D3755E461}">
      <dsp:nvSpPr>
        <dsp:cNvPr id="0" name=""/>
        <dsp:cNvSpPr/>
      </dsp:nvSpPr>
      <dsp:spPr>
        <a:xfrm>
          <a:off x="2821556" y="387525"/>
          <a:ext cx="369140" cy="3691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57E4E6-6CAF-4838-B507-154692BCD375}">
      <dsp:nvSpPr>
        <dsp:cNvPr id="0" name=""/>
        <dsp:cNvSpPr/>
      </dsp:nvSpPr>
      <dsp:spPr>
        <a:xfrm>
          <a:off x="2478783" y="1094166"/>
          <a:ext cx="1054687" cy="421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Great for: large regression suites and mixed tech stacks</a:t>
          </a:r>
        </a:p>
      </dsp:txBody>
      <dsp:txXfrm>
        <a:off x="2478783" y="1094166"/>
        <a:ext cx="1054687" cy="421875"/>
      </dsp:txXfrm>
    </dsp:sp>
    <dsp:sp modelId="{7C4D96FA-020B-4E9C-89AD-9EDC2AD6BC08}">
      <dsp:nvSpPr>
        <dsp:cNvPr id="0" name=""/>
        <dsp:cNvSpPr/>
      </dsp:nvSpPr>
      <dsp:spPr>
        <a:xfrm>
          <a:off x="3923705" y="250416"/>
          <a:ext cx="643359" cy="643359"/>
        </a:xfrm>
        <a:prstGeom prst="ellipse">
          <a:avLst/>
        </a:prstGeom>
        <a:solidFill>
          <a:schemeClr val="accent2">
            <a:hueOff val="4832710"/>
            <a:satOff val="-13870"/>
            <a:lumOff val="-22207"/>
            <a:alphaOff val="0"/>
          </a:schemeClr>
        </a:solidFill>
        <a:ln>
          <a:noFill/>
        </a:ln>
        <a:effectLst/>
      </dsp:spPr>
      <dsp:style>
        <a:lnRef idx="0">
          <a:scrgbClr r="0" g="0" b="0"/>
        </a:lnRef>
        <a:fillRef idx="1">
          <a:scrgbClr r="0" g="0" b="0"/>
        </a:fillRef>
        <a:effectRef idx="0">
          <a:scrgbClr r="0" g="0" b="0"/>
        </a:effectRef>
        <a:fontRef idx="minor"/>
      </dsp:style>
    </dsp:sp>
    <dsp:sp modelId="{C9254A17-69EC-4F91-AF16-970E21EAD66D}">
      <dsp:nvSpPr>
        <dsp:cNvPr id="0" name=""/>
        <dsp:cNvSpPr/>
      </dsp:nvSpPr>
      <dsp:spPr>
        <a:xfrm>
          <a:off x="4060814" y="387525"/>
          <a:ext cx="369140" cy="36914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CF398A-498E-4742-AF1E-BF0D4FBEA4BA}">
      <dsp:nvSpPr>
        <dsp:cNvPr id="0" name=""/>
        <dsp:cNvSpPr/>
      </dsp:nvSpPr>
      <dsp:spPr>
        <a:xfrm>
          <a:off x="3718041" y="1094166"/>
          <a:ext cx="1054687" cy="421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Works well when: the team needs flexible integrations and established patterns</a:t>
          </a:r>
        </a:p>
      </dsp:txBody>
      <dsp:txXfrm>
        <a:off x="3718041" y="1094166"/>
        <a:ext cx="1054687" cy="421875"/>
      </dsp:txXfrm>
    </dsp:sp>
    <dsp:sp modelId="{7536698C-CD16-422A-9557-9DDB4AF7B35A}">
      <dsp:nvSpPr>
        <dsp:cNvPr id="0" name=""/>
        <dsp:cNvSpPr/>
      </dsp:nvSpPr>
      <dsp:spPr>
        <a:xfrm>
          <a:off x="5162962" y="250416"/>
          <a:ext cx="643359" cy="643359"/>
        </a:xfrm>
        <a:prstGeom prst="ellipse">
          <a:avLst/>
        </a:prstGeom>
        <a:solidFill>
          <a:schemeClr val="accent2">
            <a:hueOff val="6443614"/>
            <a:satOff val="-18493"/>
            <a:lumOff val="-29609"/>
            <a:alphaOff val="0"/>
          </a:schemeClr>
        </a:solidFill>
        <a:ln>
          <a:noFill/>
        </a:ln>
        <a:effectLst/>
      </dsp:spPr>
      <dsp:style>
        <a:lnRef idx="0">
          <a:scrgbClr r="0" g="0" b="0"/>
        </a:lnRef>
        <a:fillRef idx="1">
          <a:scrgbClr r="0" g="0" b="0"/>
        </a:fillRef>
        <a:effectRef idx="0">
          <a:scrgbClr r="0" g="0" b="0"/>
        </a:effectRef>
        <a:fontRef idx="minor"/>
      </dsp:style>
    </dsp:sp>
    <dsp:sp modelId="{84E6DD5A-AE1C-48EA-B4E6-D65E1E51AA03}">
      <dsp:nvSpPr>
        <dsp:cNvPr id="0" name=""/>
        <dsp:cNvSpPr/>
      </dsp:nvSpPr>
      <dsp:spPr>
        <a:xfrm>
          <a:off x="5300072" y="387525"/>
          <a:ext cx="369140" cy="36914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CEC28E-6D10-49FB-982C-81DC79405F9F}">
      <dsp:nvSpPr>
        <dsp:cNvPr id="0" name=""/>
        <dsp:cNvSpPr/>
      </dsp:nvSpPr>
      <dsp:spPr>
        <a:xfrm>
          <a:off x="4957298" y="1094166"/>
          <a:ext cx="1054687" cy="421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Watch outs: suites can become slow or brittle without good design and maintenance</a:t>
          </a:r>
        </a:p>
      </dsp:txBody>
      <dsp:txXfrm>
        <a:off x="4957298" y="1094166"/>
        <a:ext cx="1054687" cy="42187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D76048-CA95-4E30-91A0-111689C83BA0}">
      <dsp:nvSpPr>
        <dsp:cNvPr id="0" name=""/>
        <dsp:cNvSpPr/>
      </dsp:nvSpPr>
      <dsp:spPr>
        <a:xfrm>
          <a:off x="0" y="1211090"/>
          <a:ext cx="2064857" cy="289080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984" tIns="330200" rIns="160984" bIns="330200" numCol="1" spcCol="1270" anchor="t" anchorCtr="0">
          <a:noAutofit/>
        </a:bodyPr>
        <a:lstStyle/>
        <a:p>
          <a:pPr marL="0" lvl="0" indent="0" algn="l" defTabSz="666750">
            <a:lnSpc>
              <a:spcPct val="90000"/>
            </a:lnSpc>
            <a:spcBef>
              <a:spcPct val="0"/>
            </a:spcBef>
            <a:spcAft>
              <a:spcPct val="35000"/>
            </a:spcAft>
            <a:buNone/>
          </a:pPr>
          <a:r>
            <a:rPr lang="en-US" sz="1500" kern="1200" dirty="0"/>
            <a:t>If you need fast, reliable cross browser user flow testing: </a:t>
          </a:r>
          <a:r>
            <a:rPr lang="en-US" sz="1500" b="1" kern="1200" dirty="0"/>
            <a:t>Playwright</a:t>
          </a:r>
        </a:p>
      </dsp:txBody>
      <dsp:txXfrm>
        <a:off x="0" y="2309594"/>
        <a:ext cx="2064857" cy="1734480"/>
      </dsp:txXfrm>
    </dsp:sp>
    <dsp:sp modelId="{291CCFCE-F833-47B9-8F55-37D847D5E199}">
      <dsp:nvSpPr>
        <dsp:cNvPr id="0" name=""/>
        <dsp:cNvSpPr/>
      </dsp:nvSpPr>
      <dsp:spPr>
        <a:xfrm>
          <a:off x="602622" y="1507050"/>
          <a:ext cx="867240" cy="867240"/>
        </a:xfrm>
        <a:prstGeom prst="ellipse">
          <a:avLst/>
        </a:prstGeom>
        <a:blipFill dpi="0" rotWithShape="0">
          <a:blip xmlns:r="http://schemas.openxmlformats.org/officeDocument/2006/relationships" r:embed="rId1">
            <a:extLst>
              <a:ext uri="{28A0092B-C50C-407E-A947-70E740481C1C}">
                <a14:useLocalDpi xmlns:a14="http://schemas.microsoft.com/office/drawing/2010/main" val="0"/>
              </a:ext>
            </a:extLst>
          </a:blip>
          <a:srcRect/>
          <a:stretch>
            <a:fillRect/>
          </a:stretch>
        </a:blip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613" tIns="12700" rIns="67613" bIns="12700" numCol="1" spcCol="1270" anchor="ctr" anchorCtr="0">
          <a:noAutofit/>
        </a:bodyPr>
        <a:lstStyle/>
        <a:p>
          <a:pPr marL="0" lvl="0" indent="0" algn="ctr" defTabSz="1822450">
            <a:lnSpc>
              <a:spcPct val="90000"/>
            </a:lnSpc>
            <a:spcBef>
              <a:spcPct val="0"/>
            </a:spcBef>
            <a:spcAft>
              <a:spcPct val="35000"/>
            </a:spcAft>
            <a:buNone/>
          </a:pPr>
          <a:r>
            <a:rPr lang="en-US" sz="4100" kern="1200"/>
            <a:t>1</a:t>
          </a:r>
          <a:endParaRPr lang="en-US" sz="4100" kern="1200" dirty="0"/>
        </a:p>
      </dsp:txBody>
      <dsp:txXfrm>
        <a:off x="729626" y="1634054"/>
        <a:ext cx="613232" cy="613232"/>
      </dsp:txXfrm>
    </dsp:sp>
    <dsp:sp modelId="{1F9F6632-DB1F-4E68-B2CC-8E882214970E}">
      <dsp:nvSpPr>
        <dsp:cNvPr id="0" name=""/>
        <dsp:cNvSpPr/>
      </dsp:nvSpPr>
      <dsp:spPr>
        <a:xfrm>
          <a:off x="3813" y="4108699"/>
          <a:ext cx="2064857" cy="72"/>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D7B20B-12C9-415A-8236-3B0003311DC9}">
      <dsp:nvSpPr>
        <dsp:cNvPr id="0" name=""/>
        <dsp:cNvSpPr/>
      </dsp:nvSpPr>
      <dsp:spPr>
        <a:xfrm>
          <a:off x="2275156" y="1217970"/>
          <a:ext cx="2064857" cy="2890800"/>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984" tIns="330200" rIns="160984" bIns="330200" numCol="1" spcCol="1270" anchor="t" anchorCtr="0">
          <a:noAutofit/>
        </a:bodyPr>
        <a:lstStyle/>
        <a:p>
          <a:pPr marL="0" lvl="0" indent="0" algn="l" defTabSz="666750">
            <a:lnSpc>
              <a:spcPct val="90000"/>
            </a:lnSpc>
            <a:spcBef>
              <a:spcPct val="0"/>
            </a:spcBef>
            <a:spcAft>
              <a:spcPct val="35000"/>
            </a:spcAft>
            <a:buNone/>
          </a:pPr>
          <a:r>
            <a:rPr lang="en-US" sz="1500" kern="1200" dirty="0"/>
            <a:t>If you want fast feedback for web UI changes: </a:t>
          </a:r>
          <a:r>
            <a:rPr lang="en-US" sz="1500" b="1" kern="1200" dirty="0"/>
            <a:t>Cypress</a:t>
          </a:r>
        </a:p>
      </dsp:txBody>
      <dsp:txXfrm>
        <a:off x="2275156" y="2316474"/>
        <a:ext cx="2064857" cy="1734480"/>
      </dsp:txXfrm>
    </dsp:sp>
    <dsp:sp modelId="{60064268-4A6F-43C6-90C0-ADD8CA9046AC}">
      <dsp:nvSpPr>
        <dsp:cNvPr id="0" name=""/>
        <dsp:cNvSpPr/>
      </dsp:nvSpPr>
      <dsp:spPr>
        <a:xfrm>
          <a:off x="2873965" y="1507050"/>
          <a:ext cx="867240" cy="867240"/>
        </a:xfrm>
        <a:prstGeom prst="ellipse">
          <a:avLst/>
        </a:prstGeom>
        <a:blipFill dpi="0" rotWithShape="0">
          <a:blip xmlns:r="http://schemas.openxmlformats.org/officeDocument/2006/relationships" r:embed="rId2">
            <a:extLst>
              <a:ext uri="{96DAC541-7B7A-43D3-8B79-37D633B846F1}">
                <asvg:svgBlip xmlns:asvg="http://schemas.microsoft.com/office/drawing/2016/SVG/main" r:embed="rId3"/>
              </a:ext>
            </a:extLst>
          </a:blip>
          <a:srcRect/>
          <a:stretch>
            <a:fillRect/>
          </a:stretch>
        </a:blip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613" tIns="12700" rIns="67613" bIns="12700" numCol="1" spcCol="1270" anchor="ctr" anchorCtr="0">
          <a:noAutofit/>
        </a:bodyPr>
        <a:lstStyle/>
        <a:p>
          <a:pPr marL="0" lvl="0" indent="0" algn="ctr" defTabSz="1822450">
            <a:lnSpc>
              <a:spcPct val="90000"/>
            </a:lnSpc>
            <a:spcBef>
              <a:spcPct val="0"/>
            </a:spcBef>
            <a:spcAft>
              <a:spcPct val="35000"/>
            </a:spcAft>
            <a:buNone/>
          </a:pPr>
          <a:r>
            <a:rPr lang="en-US" sz="4100" kern="1200"/>
            <a:t>2</a:t>
          </a:r>
          <a:endParaRPr lang="en-US" sz="4100" kern="1200" dirty="0"/>
        </a:p>
      </dsp:txBody>
      <dsp:txXfrm>
        <a:off x="3000969" y="1634054"/>
        <a:ext cx="613232" cy="613232"/>
      </dsp:txXfrm>
    </dsp:sp>
    <dsp:sp modelId="{FC0F62A3-D68B-4192-AC89-A29D06DEBACE}">
      <dsp:nvSpPr>
        <dsp:cNvPr id="0" name=""/>
        <dsp:cNvSpPr/>
      </dsp:nvSpPr>
      <dsp:spPr>
        <a:xfrm>
          <a:off x="2275156" y="4108699"/>
          <a:ext cx="2064857" cy="72"/>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D85199-A9EB-4E6F-B7FA-89075A5AC4E8}">
      <dsp:nvSpPr>
        <dsp:cNvPr id="0" name=""/>
        <dsp:cNvSpPr/>
      </dsp:nvSpPr>
      <dsp:spPr>
        <a:xfrm>
          <a:off x="4546499" y="1217970"/>
          <a:ext cx="2064857" cy="2890800"/>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984" tIns="330200" rIns="160984" bIns="330200" numCol="1" spcCol="1270" anchor="t" anchorCtr="0">
          <a:noAutofit/>
        </a:bodyPr>
        <a:lstStyle/>
        <a:p>
          <a:pPr marL="0" lvl="0" indent="0" algn="l" defTabSz="666750">
            <a:lnSpc>
              <a:spcPct val="90000"/>
            </a:lnSpc>
            <a:spcBef>
              <a:spcPct val="0"/>
            </a:spcBef>
            <a:spcAft>
              <a:spcPct val="35000"/>
            </a:spcAft>
            <a:buNone/>
          </a:pPr>
          <a:r>
            <a:rPr lang="en-US" sz="1500" kern="1200" dirty="0"/>
            <a:t>If you need mature ecosystem and language flexibility: </a:t>
          </a:r>
          <a:r>
            <a:rPr lang="en-US" sz="1500" b="1" kern="1200" dirty="0"/>
            <a:t>Selenium</a:t>
          </a:r>
        </a:p>
      </dsp:txBody>
      <dsp:txXfrm>
        <a:off x="4546499" y="2316474"/>
        <a:ext cx="2064857" cy="1734480"/>
      </dsp:txXfrm>
    </dsp:sp>
    <dsp:sp modelId="{9A945985-7B90-4632-94C7-9E01A1FD5F9E}">
      <dsp:nvSpPr>
        <dsp:cNvPr id="0" name=""/>
        <dsp:cNvSpPr/>
      </dsp:nvSpPr>
      <dsp:spPr>
        <a:xfrm>
          <a:off x="5145308" y="1507050"/>
          <a:ext cx="867240" cy="867240"/>
        </a:xfrm>
        <a:prstGeom prst="ellipse">
          <a:avLst/>
        </a:prstGeom>
        <a:blipFill dpi="0" rotWithShape="0">
          <a:blip xmlns:r="http://schemas.openxmlformats.org/officeDocument/2006/relationships" r:embed="rId4">
            <a:extLst>
              <a:ext uri="{28A0092B-C50C-407E-A947-70E740481C1C}">
                <a14:useLocalDpi xmlns:a14="http://schemas.microsoft.com/office/drawing/2010/main" val="0"/>
              </a:ext>
            </a:extLst>
          </a:blip>
          <a:srcRect/>
          <a:stretch>
            <a:fillRect/>
          </a:stretch>
        </a:blip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613" tIns="12700" rIns="67613" bIns="12700" numCol="1" spcCol="1270" anchor="ctr" anchorCtr="0">
          <a:noAutofit/>
        </a:bodyPr>
        <a:lstStyle/>
        <a:p>
          <a:pPr marL="0" lvl="0" indent="0" algn="ctr" defTabSz="1822450">
            <a:lnSpc>
              <a:spcPct val="90000"/>
            </a:lnSpc>
            <a:spcBef>
              <a:spcPct val="0"/>
            </a:spcBef>
            <a:spcAft>
              <a:spcPct val="35000"/>
            </a:spcAft>
            <a:buNone/>
          </a:pPr>
          <a:r>
            <a:rPr lang="en-US" sz="4100" kern="1200"/>
            <a:t>3</a:t>
          </a:r>
        </a:p>
      </dsp:txBody>
      <dsp:txXfrm>
        <a:off x="5272312" y="1634054"/>
        <a:ext cx="613232" cy="613232"/>
      </dsp:txXfrm>
    </dsp:sp>
    <dsp:sp modelId="{25E892A1-3E2B-47E0-A8C7-B0EDBF1A7F7C}">
      <dsp:nvSpPr>
        <dsp:cNvPr id="0" name=""/>
        <dsp:cNvSpPr/>
      </dsp:nvSpPr>
      <dsp:spPr>
        <a:xfrm>
          <a:off x="4546499" y="4108699"/>
          <a:ext cx="2064857" cy="72"/>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582F57-7BAB-4057-BF8B-118DD18B46B8}">
      <dsp:nvSpPr>
        <dsp:cNvPr id="0" name=""/>
        <dsp:cNvSpPr/>
      </dsp:nvSpPr>
      <dsp:spPr>
        <a:xfrm>
          <a:off x="6817842" y="1217970"/>
          <a:ext cx="2064857" cy="2890800"/>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984" tIns="330200" rIns="160984" bIns="330200" numCol="1" spcCol="1270" anchor="t" anchorCtr="0">
          <a:noAutofit/>
        </a:bodyPr>
        <a:lstStyle/>
        <a:p>
          <a:pPr marL="0" lvl="0" indent="0" algn="l" defTabSz="666750">
            <a:lnSpc>
              <a:spcPct val="90000"/>
            </a:lnSpc>
            <a:spcBef>
              <a:spcPct val="0"/>
            </a:spcBef>
            <a:spcAft>
              <a:spcPct val="35000"/>
            </a:spcAft>
            <a:buNone/>
          </a:pPr>
          <a:r>
            <a:rPr lang="en-US" sz="1500" b="1" kern="1200" dirty="0"/>
            <a:t>Plan for maintenance: </a:t>
          </a:r>
          <a:r>
            <a:rPr lang="en-US" sz="1500" kern="1200" dirty="0"/>
            <a:t>stable locators, reusable helpers, and clean test data</a:t>
          </a:r>
        </a:p>
      </dsp:txBody>
      <dsp:txXfrm>
        <a:off x="6817842" y="2316474"/>
        <a:ext cx="2064857" cy="1734480"/>
      </dsp:txXfrm>
    </dsp:sp>
    <dsp:sp modelId="{8ABBCB46-D600-4A69-A1D9-A1348E9ED664}">
      <dsp:nvSpPr>
        <dsp:cNvPr id="0" name=""/>
        <dsp:cNvSpPr/>
      </dsp:nvSpPr>
      <dsp:spPr>
        <a:xfrm>
          <a:off x="7416651" y="1507050"/>
          <a:ext cx="867240" cy="867240"/>
        </a:xfrm>
        <a:prstGeom prst="ellips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613" tIns="12700" rIns="67613" bIns="12700" numCol="1" spcCol="1270" anchor="ctr" anchorCtr="0">
          <a:noAutofit/>
        </a:bodyPr>
        <a:lstStyle/>
        <a:p>
          <a:pPr marL="0" lvl="0" indent="0" algn="ctr" defTabSz="1822450">
            <a:lnSpc>
              <a:spcPct val="90000"/>
            </a:lnSpc>
            <a:spcBef>
              <a:spcPct val="0"/>
            </a:spcBef>
            <a:spcAft>
              <a:spcPct val="35000"/>
            </a:spcAft>
            <a:buNone/>
          </a:pPr>
          <a:r>
            <a:rPr lang="en-US" sz="4100" kern="1200"/>
            <a:t>4</a:t>
          </a:r>
        </a:p>
      </dsp:txBody>
      <dsp:txXfrm>
        <a:off x="7543655" y="1634054"/>
        <a:ext cx="613232" cy="613232"/>
      </dsp:txXfrm>
    </dsp:sp>
    <dsp:sp modelId="{11FF3A9D-363E-4DBB-A9CA-956D11B49FFA}">
      <dsp:nvSpPr>
        <dsp:cNvPr id="0" name=""/>
        <dsp:cNvSpPr/>
      </dsp:nvSpPr>
      <dsp:spPr>
        <a:xfrm>
          <a:off x="6817842" y="4108699"/>
          <a:ext cx="2064857" cy="72"/>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39EA6B-9D4E-490B-9EDB-13A278BE36FD}">
      <dsp:nvSpPr>
        <dsp:cNvPr id="0" name=""/>
        <dsp:cNvSpPr/>
      </dsp:nvSpPr>
      <dsp:spPr>
        <a:xfrm>
          <a:off x="9089185" y="1217970"/>
          <a:ext cx="2064857" cy="2890800"/>
        </a:xfrm>
        <a:prstGeom prst="rect">
          <a:avLst/>
        </a:prstGeom>
        <a:solidFill>
          <a:schemeClr val="accent6">
            <a:tint val="40000"/>
            <a:alpha val="90000"/>
            <a:hueOff val="0"/>
            <a:satOff val="0"/>
            <a:lumOff val="0"/>
            <a:alphaOff val="0"/>
          </a:schemeClr>
        </a:solidFill>
        <a:ln w="1905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984" tIns="330200" rIns="160984" bIns="330200" numCol="1" spcCol="1270" anchor="t" anchorCtr="0">
          <a:noAutofit/>
        </a:bodyPr>
        <a:lstStyle/>
        <a:p>
          <a:pPr marL="0" lvl="0" indent="0" algn="l" defTabSz="666750">
            <a:lnSpc>
              <a:spcPct val="90000"/>
            </a:lnSpc>
            <a:spcBef>
              <a:spcPct val="0"/>
            </a:spcBef>
            <a:spcAft>
              <a:spcPct val="35000"/>
            </a:spcAft>
            <a:buNone/>
          </a:pPr>
          <a:r>
            <a:rPr lang="en-US" sz="1500" b="1" kern="1200" dirty="0"/>
            <a:t>Start small: </a:t>
          </a:r>
          <a:r>
            <a:rPr lang="en-US" sz="1500" kern="1200" dirty="0"/>
            <a:t>automate the highest risk workflows first, then expand coverage</a:t>
          </a:r>
        </a:p>
      </dsp:txBody>
      <dsp:txXfrm>
        <a:off x="9089185" y="2316474"/>
        <a:ext cx="2064857" cy="1734480"/>
      </dsp:txXfrm>
    </dsp:sp>
    <dsp:sp modelId="{4AFBCFA1-DCB3-4723-A39B-38D214E96A92}">
      <dsp:nvSpPr>
        <dsp:cNvPr id="0" name=""/>
        <dsp:cNvSpPr/>
      </dsp:nvSpPr>
      <dsp:spPr>
        <a:xfrm>
          <a:off x="9687994" y="1507050"/>
          <a:ext cx="867240" cy="867240"/>
        </a:xfrm>
        <a:prstGeom prst="ellips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613" tIns="12700" rIns="67613" bIns="12700" numCol="1" spcCol="1270" anchor="ctr" anchorCtr="0">
          <a:noAutofit/>
        </a:bodyPr>
        <a:lstStyle/>
        <a:p>
          <a:pPr marL="0" lvl="0" indent="0" algn="ctr" defTabSz="1822450">
            <a:lnSpc>
              <a:spcPct val="90000"/>
            </a:lnSpc>
            <a:spcBef>
              <a:spcPct val="0"/>
            </a:spcBef>
            <a:spcAft>
              <a:spcPct val="35000"/>
            </a:spcAft>
            <a:buNone/>
          </a:pPr>
          <a:r>
            <a:rPr lang="en-US" sz="4100" kern="1200"/>
            <a:t>5</a:t>
          </a:r>
        </a:p>
      </dsp:txBody>
      <dsp:txXfrm>
        <a:off x="9814998" y="1634054"/>
        <a:ext cx="613232" cy="613232"/>
      </dsp:txXfrm>
    </dsp:sp>
    <dsp:sp modelId="{449A5392-3E95-4D2A-B6D3-0D1FC03E6AFB}">
      <dsp:nvSpPr>
        <dsp:cNvPr id="0" name=""/>
        <dsp:cNvSpPr/>
      </dsp:nvSpPr>
      <dsp:spPr>
        <a:xfrm>
          <a:off x="9089185" y="4108699"/>
          <a:ext cx="2064857" cy="72"/>
        </a:xfrm>
        <a:prstGeom prst="rect">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CD0DB0-C5C4-4E55-B26B-B39E617EBE7E}">
      <dsp:nvSpPr>
        <dsp:cNvPr id="0" name=""/>
        <dsp:cNvSpPr/>
      </dsp:nvSpPr>
      <dsp:spPr>
        <a:xfrm>
          <a:off x="293274" y="82993"/>
          <a:ext cx="913570" cy="913570"/>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859298-5F8F-40AD-9F03-F019B202BEE4}">
      <dsp:nvSpPr>
        <dsp:cNvPr id="0" name=""/>
        <dsp:cNvSpPr/>
      </dsp:nvSpPr>
      <dsp:spPr>
        <a:xfrm>
          <a:off x="487969" y="277689"/>
          <a:ext cx="524179" cy="52417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396B58-125D-4F48-A80D-6E70CA1F693C}">
      <dsp:nvSpPr>
        <dsp:cNvPr id="0" name=""/>
        <dsp:cNvSpPr/>
      </dsp:nvSpPr>
      <dsp:spPr>
        <a:xfrm>
          <a:off x="1231" y="1281118"/>
          <a:ext cx="1497656" cy="655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Top pick for most modern web projects: </a:t>
          </a:r>
          <a:r>
            <a:rPr lang="en-US" sz="1100" b="1" kern="1200"/>
            <a:t>Playwright</a:t>
          </a:r>
          <a:endParaRPr lang="en-US" sz="1100" kern="1200"/>
        </a:p>
      </dsp:txBody>
      <dsp:txXfrm>
        <a:off x="1231" y="1281118"/>
        <a:ext cx="1497656" cy="655224"/>
      </dsp:txXfrm>
    </dsp:sp>
    <dsp:sp modelId="{2BC246C9-87F5-4A53-9B30-0026E96676B8}">
      <dsp:nvSpPr>
        <dsp:cNvPr id="0" name=""/>
        <dsp:cNvSpPr/>
      </dsp:nvSpPr>
      <dsp:spPr>
        <a:xfrm>
          <a:off x="2053020" y="82993"/>
          <a:ext cx="913570" cy="913570"/>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6B8316-B810-4952-ACFA-074FC85F66D6}">
      <dsp:nvSpPr>
        <dsp:cNvPr id="0" name=""/>
        <dsp:cNvSpPr/>
      </dsp:nvSpPr>
      <dsp:spPr>
        <a:xfrm>
          <a:off x="2247715" y="277689"/>
          <a:ext cx="524179" cy="52417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CB7E93-AA1F-45BA-B9D3-5CD1DAB96D6D}">
      <dsp:nvSpPr>
        <dsp:cNvPr id="0" name=""/>
        <dsp:cNvSpPr/>
      </dsp:nvSpPr>
      <dsp:spPr>
        <a:xfrm>
          <a:off x="1760977" y="1281118"/>
          <a:ext cx="1497656" cy="655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Strong alternative when developer workflow and quick feedback is the focus: </a:t>
          </a:r>
          <a:r>
            <a:rPr lang="en-US" sz="1100" b="1" kern="1200"/>
            <a:t>Cypress</a:t>
          </a:r>
          <a:endParaRPr lang="en-US" sz="1100" kern="1200"/>
        </a:p>
      </dsp:txBody>
      <dsp:txXfrm>
        <a:off x="1760977" y="1281118"/>
        <a:ext cx="1497656" cy="655224"/>
      </dsp:txXfrm>
    </dsp:sp>
    <dsp:sp modelId="{BA132C46-91D7-4D4E-842B-10FA02DE02AE}">
      <dsp:nvSpPr>
        <dsp:cNvPr id="0" name=""/>
        <dsp:cNvSpPr/>
      </dsp:nvSpPr>
      <dsp:spPr>
        <a:xfrm>
          <a:off x="3812766" y="82993"/>
          <a:ext cx="913570" cy="913570"/>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0D3A71-A194-47B2-BF15-B0D954F7A83C}">
      <dsp:nvSpPr>
        <dsp:cNvPr id="0" name=""/>
        <dsp:cNvSpPr/>
      </dsp:nvSpPr>
      <dsp:spPr>
        <a:xfrm>
          <a:off x="4007461" y="277689"/>
          <a:ext cx="524179" cy="52417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E24784-C31C-450B-9A28-5E2ECB129CD5}">
      <dsp:nvSpPr>
        <dsp:cNvPr id="0" name=""/>
        <dsp:cNvSpPr/>
      </dsp:nvSpPr>
      <dsp:spPr>
        <a:xfrm>
          <a:off x="3520723" y="1281118"/>
          <a:ext cx="1497656" cy="655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Best choice for broad compatibility programs and established enterprise suites: </a:t>
          </a:r>
          <a:r>
            <a:rPr lang="en-US" sz="1100" b="1" kern="1200"/>
            <a:t>Selenium</a:t>
          </a:r>
          <a:endParaRPr lang="en-US" sz="1100" kern="1200"/>
        </a:p>
      </dsp:txBody>
      <dsp:txXfrm>
        <a:off x="3520723" y="1281118"/>
        <a:ext cx="1497656" cy="655224"/>
      </dsp:txXfrm>
    </dsp:sp>
    <dsp:sp modelId="{38FBC1AD-2594-4B03-9354-69A71BD9A1F0}">
      <dsp:nvSpPr>
        <dsp:cNvPr id="0" name=""/>
        <dsp:cNvSpPr/>
      </dsp:nvSpPr>
      <dsp:spPr>
        <a:xfrm>
          <a:off x="1173147" y="2310757"/>
          <a:ext cx="913570" cy="913570"/>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AFF8F6-14FA-470D-B17C-61F7D069434F}">
      <dsp:nvSpPr>
        <dsp:cNvPr id="0" name=""/>
        <dsp:cNvSpPr/>
      </dsp:nvSpPr>
      <dsp:spPr>
        <a:xfrm>
          <a:off x="1367842" y="2505452"/>
          <a:ext cx="524179" cy="52417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93A43D-400D-40B5-9F3C-E79BF8FF862E}">
      <dsp:nvSpPr>
        <dsp:cNvPr id="0" name=""/>
        <dsp:cNvSpPr/>
      </dsp:nvSpPr>
      <dsp:spPr>
        <a:xfrm>
          <a:off x="881104" y="3508882"/>
          <a:ext cx="1497656" cy="655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Automation works best when tied to CI checks and release readiness</a:t>
          </a:r>
        </a:p>
      </dsp:txBody>
      <dsp:txXfrm>
        <a:off x="881104" y="3508882"/>
        <a:ext cx="1497656" cy="655224"/>
      </dsp:txXfrm>
    </dsp:sp>
    <dsp:sp modelId="{CB575E77-3FDC-430B-85AA-471619EC2C9B}">
      <dsp:nvSpPr>
        <dsp:cNvPr id="0" name=""/>
        <dsp:cNvSpPr/>
      </dsp:nvSpPr>
      <dsp:spPr>
        <a:xfrm>
          <a:off x="2932893" y="2310757"/>
          <a:ext cx="913570" cy="913570"/>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D47000-7F0F-4278-A1A0-EF27820FED2F}">
      <dsp:nvSpPr>
        <dsp:cNvPr id="0" name=""/>
        <dsp:cNvSpPr/>
      </dsp:nvSpPr>
      <dsp:spPr>
        <a:xfrm>
          <a:off x="3127588" y="2505452"/>
          <a:ext cx="524179" cy="52417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34419E-BBC2-43F9-BAF5-58C7520E3BA8}">
      <dsp:nvSpPr>
        <dsp:cNvPr id="0" name=""/>
        <dsp:cNvSpPr/>
      </dsp:nvSpPr>
      <dsp:spPr>
        <a:xfrm>
          <a:off x="2640850" y="3508882"/>
          <a:ext cx="1497656" cy="655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Success depends on test design, maintenance discipline, and clear scope</a:t>
          </a:r>
        </a:p>
      </dsp:txBody>
      <dsp:txXfrm>
        <a:off x="2640850" y="3508882"/>
        <a:ext cx="1497656" cy="655224"/>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E74AAD-E2D9-4785-87CE-07DFDCAC5DA5}" type="datetimeFigureOut">
              <a:rPr lang="en-US" smtClean="0"/>
              <a:t>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7F0015-57EB-497C-B050-02C77CACFF59}" type="slidenum">
              <a:rPr lang="en-US" smtClean="0"/>
              <a:t>‹#›</a:t>
            </a:fld>
            <a:endParaRPr lang="en-US"/>
          </a:p>
        </p:txBody>
      </p:sp>
    </p:spTree>
    <p:extLst>
      <p:ext uri="{BB962C8B-B14F-4D97-AF65-F5344CB8AC3E}">
        <p14:creationId xmlns:p14="http://schemas.microsoft.com/office/powerpoint/2010/main" val="1755714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compares three practical automation frameworks and explains when each one makes sense.</a:t>
            </a:r>
          </a:p>
          <a:p>
            <a:r>
              <a:rPr lang="en-US" dirty="0"/>
              <a:t>The goal is to support repeatable testing that fits real project constraints like release speed, team skills, and maintenance effort.</a:t>
            </a:r>
          </a:p>
          <a:p>
            <a:r>
              <a:rPr lang="en-US" dirty="0"/>
              <a:t>I will close with a simple recommendations based on common delivery patterns and risk areas.</a:t>
            </a:r>
          </a:p>
        </p:txBody>
      </p:sp>
      <p:sp>
        <p:nvSpPr>
          <p:cNvPr id="4" name="Slide Number Placeholder 3"/>
          <p:cNvSpPr>
            <a:spLocks noGrp="1"/>
          </p:cNvSpPr>
          <p:nvPr>
            <p:ph type="sldNum" sz="quarter" idx="5"/>
          </p:nvPr>
        </p:nvSpPr>
        <p:spPr/>
        <p:txBody>
          <a:bodyPr/>
          <a:lstStyle/>
          <a:p>
            <a:fld id="{377F0015-57EB-497C-B050-02C77CACFF59}" type="slidenum">
              <a:rPr lang="en-US" smtClean="0"/>
              <a:t>1</a:t>
            </a:fld>
            <a:endParaRPr lang="en-US"/>
          </a:p>
        </p:txBody>
      </p:sp>
    </p:spTree>
    <p:extLst>
      <p:ext uri="{BB962C8B-B14F-4D97-AF65-F5344CB8AC3E}">
        <p14:creationId xmlns:p14="http://schemas.microsoft.com/office/powerpoint/2010/main" val="791319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Test automation frameworks allow teams to run test steps automatically and compare the results against what is expected. This removes the need to manually repeat the same checks every time the software changes.</a:t>
            </a:r>
          </a:p>
          <a:p>
            <a:endParaRPr lang="en-US" b="0" dirty="0"/>
          </a:p>
          <a:p>
            <a:r>
              <a:rPr lang="en-US" b="0" dirty="0"/>
              <a:t>One of the biggest advantages is support for repeatable regression testing. When code is updated, automated tests quickly confirm that existing features still work as intended.</a:t>
            </a:r>
          </a:p>
          <a:p>
            <a:endParaRPr lang="en-US" b="0" dirty="0"/>
          </a:p>
          <a:p>
            <a:r>
              <a:rPr lang="en-US" b="0" dirty="0"/>
              <a:t>Automation also makes it possible to test many inputs and browser combinations that would be time consuming or unrealistic to cover by hand, especially in larger applications.</a:t>
            </a:r>
          </a:p>
          <a:p>
            <a:endParaRPr lang="en-US" b="0" dirty="0"/>
          </a:p>
          <a:p>
            <a:r>
              <a:rPr lang="en-US" b="0" dirty="0"/>
              <a:t>Frameworks help standardize how tests are written, organized, executed, and reported. This consistency improves collaboration across the team and makes test results easier to understand and trust.</a:t>
            </a:r>
          </a:p>
          <a:p>
            <a:endParaRPr lang="en-US" b="0" dirty="0"/>
          </a:p>
          <a:p>
            <a:r>
              <a:rPr lang="en-US" b="0" dirty="0"/>
              <a:t>While automation reduces manual effort over time, it does require upfront setup and ongoing maintenance. The long term value comes from focusing automation on high risk and frequently used functionality.</a:t>
            </a:r>
          </a:p>
        </p:txBody>
      </p:sp>
      <p:sp>
        <p:nvSpPr>
          <p:cNvPr id="4" name="Slide Number Placeholder 3"/>
          <p:cNvSpPr>
            <a:spLocks noGrp="1"/>
          </p:cNvSpPr>
          <p:nvPr>
            <p:ph type="sldNum" sz="quarter" idx="5"/>
          </p:nvPr>
        </p:nvSpPr>
        <p:spPr/>
        <p:txBody>
          <a:bodyPr/>
          <a:lstStyle/>
          <a:p>
            <a:fld id="{377F0015-57EB-497C-B050-02C77CACFF59}" type="slidenum">
              <a:rPr lang="en-US" smtClean="0"/>
              <a:t>2</a:t>
            </a:fld>
            <a:endParaRPr lang="en-US"/>
          </a:p>
        </p:txBody>
      </p:sp>
    </p:spTree>
    <p:extLst>
      <p:ext uri="{BB962C8B-B14F-4D97-AF65-F5344CB8AC3E}">
        <p14:creationId xmlns:p14="http://schemas.microsoft.com/office/powerpoint/2010/main" val="14095722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Playwright is a strong choice for modern web applications that rely heavily on browser based user interactions. It is designed to automate real user behavior at high speed while remaining stable across different browsers.</a:t>
            </a:r>
          </a:p>
          <a:p>
            <a:endParaRPr lang="en-US" dirty="0"/>
          </a:p>
          <a:p>
            <a:r>
              <a:rPr lang="en-US" dirty="0"/>
              <a:t>One of its biggest strengths is reliability. Playwright handles timing and page loading very well, which reduces flaky tests and makes results more trustworthy. This is especially helpful when validating critical user flows before each release.</a:t>
            </a:r>
          </a:p>
          <a:p>
            <a:endParaRPr lang="en-US" dirty="0"/>
          </a:p>
          <a:p>
            <a:r>
              <a:rPr lang="en-US" dirty="0"/>
              <a:t>It also includes useful built in features such as screenshots, video capture, and detailed execution traces. These features make it easier to diagnose failures without rerunning tests or adding extra tooling.</a:t>
            </a:r>
          </a:p>
          <a:p>
            <a:endParaRPr lang="en-US" dirty="0"/>
          </a:p>
          <a:p>
            <a:r>
              <a:rPr lang="en-US" dirty="0"/>
              <a:t>Playwright works particularly well when teams need to validate the same user journeys repeatedly, such as login flows, form submissions, or checkout paths.</a:t>
            </a:r>
          </a:p>
          <a:p>
            <a:endParaRPr lang="en-US" dirty="0"/>
          </a:p>
          <a:p>
            <a:r>
              <a:rPr lang="en-US" dirty="0"/>
              <a:t>The main consideration is that it does require comfort with coding and consistent test data management. Teams need to plan for clean data and disciplined test design to get the most value from it.</a:t>
            </a:r>
          </a:p>
        </p:txBody>
      </p:sp>
      <p:sp>
        <p:nvSpPr>
          <p:cNvPr id="4" name="Slide Number Placeholder 3"/>
          <p:cNvSpPr>
            <a:spLocks noGrp="1"/>
          </p:cNvSpPr>
          <p:nvPr>
            <p:ph type="sldNum" sz="quarter" idx="5"/>
          </p:nvPr>
        </p:nvSpPr>
        <p:spPr/>
        <p:txBody>
          <a:bodyPr/>
          <a:lstStyle/>
          <a:p>
            <a:fld id="{377F0015-57EB-497C-B050-02C77CACFF59}" type="slidenum">
              <a:rPr lang="en-US" smtClean="0"/>
              <a:t>3</a:t>
            </a:fld>
            <a:endParaRPr lang="en-US"/>
          </a:p>
        </p:txBody>
      </p:sp>
    </p:spTree>
    <p:extLst>
      <p:ext uri="{BB962C8B-B14F-4D97-AF65-F5344CB8AC3E}">
        <p14:creationId xmlns:p14="http://schemas.microsoft.com/office/powerpoint/2010/main" val="3846655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Cypress is a strong option for teams focused on fast feedback during web application development. It is especially effective when developers want to see test results immediately while building or modifying features.</a:t>
            </a:r>
          </a:p>
          <a:p>
            <a:endParaRPr lang="en-US" dirty="0"/>
          </a:p>
          <a:p>
            <a:r>
              <a:rPr lang="en-US" dirty="0"/>
              <a:t>One of Cypress’s biggest advantages is it being developer friendly. Tests run directly in the browser, which makes debugging easier and faster. When something fails, developers can see exactly what happened at each step without digging through logs.</a:t>
            </a:r>
          </a:p>
          <a:p>
            <a:endParaRPr lang="en-US" dirty="0"/>
          </a:p>
          <a:p>
            <a:r>
              <a:rPr lang="en-US" dirty="0"/>
              <a:t>Cypress is better suited for front end regression testing, specifically for critical pages like dashboards, forms, or navigation flows. Its clear and readable test syntax also helps teams maintain tests over time.</a:t>
            </a:r>
          </a:p>
          <a:p>
            <a:endParaRPr lang="en-US" dirty="0"/>
          </a:p>
          <a:p>
            <a:r>
              <a:rPr lang="en-US" dirty="0"/>
              <a:t>This tool works best for teams that already rely on JavaScript for development. Because it aligns closely with front end workflows, it fits naturally into daily development routines.</a:t>
            </a:r>
          </a:p>
          <a:p>
            <a:endParaRPr lang="en-US" dirty="0"/>
          </a:p>
          <a:p>
            <a:r>
              <a:rPr lang="en-US" dirty="0"/>
              <a:t>A key consideration is that more complex environments or advanced browser coverage can add setup effort. Teams may need additional configuration as applications grow or testing needs expand.</a:t>
            </a:r>
          </a:p>
        </p:txBody>
      </p:sp>
      <p:sp>
        <p:nvSpPr>
          <p:cNvPr id="4" name="Slide Number Placeholder 3"/>
          <p:cNvSpPr>
            <a:spLocks noGrp="1"/>
          </p:cNvSpPr>
          <p:nvPr>
            <p:ph type="sldNum" sz="quarter" idx="5"/>
          </p:nvPr>
        </p:nvSpPr>
        <p:spPr/>
        <p:txBody>
          <a:bodyPr/>
          <a:lstStyle/>
          <a:p>
            <a:fld id="{377F0015-57EB-497C-B050-02C77CACFF59}" type="slidenum">
              <a:rPr lang="en-US" smtClean="0"/>
              <a:t>4</a:t>
            </a:fld>
            <a:endParaRPr lang="en-US"/>
          </a:p>
        </p:txBody>
      </p:sp>
    </p:spTree>
    <p:extLst>
      <p:ext uri="{BB962C8B-B14F-4D97-AF65-F5344CB8AC3E}">
        <p14:creationId xmlns:p14="http://schemas.microsoft.com/office/powerpoint/2010/main" val="15144734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Selenium WebDriver is a long established automation framework that is widely used across many industries. It is often chosen when projects require wide variety of browser support and long term automation strategies.</a:t>
            </a:r>
          </a:p>
          <a:p>
            <a:endParaRPr lang="en-US" dirty="0"/>
          </a:p>
          <a:p>
            <a:r>
              <a:rPr lang="en-US" dirty="0"/>
              <a:t>One of Selenium’s strongest advantages is its flexibility. It supports multiple programming languages, which allows teams to integrate automation into existing technology stacks without forcing a single language choice. This makes it a practical option for larger or more complex environments.</a:t>
            </a:r>
          </a:p>
          <a:p>
            <a:endParaRPr lang="en-US" dirty="0"/>
          </a:p>
          <a:p>
            <a:r>
              <a:rPr lang="en-US" dirty="0"/>
              <a:t>Selenium works especially well for large regression test suites and systems that combine different technologies. It is commonly used in organizations that already have established testing patterns and need strong integration with other tools.</a:t>
            </a:r>
          </a:p>
          <a:p>
            <a:endParaRPr lang="en-US" dirty="0"/>
          </a:p>
          <a:p>
            <a:r>
              <a:rPr lang="en-US" dirty="0"/>
              <a:t>This framework is a good fit when teams require customization and control over how tests are designed and executed. It scales well when automation is treated as a long term investment rather than a quick setup.</a:t>
            </a:r>
          </a:p>
          <a:p>
            <a:endParaRPr lang="en-US" dirty="0"/>
          </a:p>
          <a:p>
            <a:r>
              <a:rPr lang="en-US" dirty="0"/>
              <a:t>A key consideration with Selenium is maintenance. Without clear structure and consistent upkeep, test suites can become slow or unreliable over time. Proper design and ongoing attention are critical to keeping Selenium tests effective.</a:t>
            </a:r>
          </a:p>
        </p:txBody>
      </p:sp>
      <p:sp>
        <p:nvSpPr>
          <p:cNvPr id="4" name="Slide Number Placeholder 3"/>
          <p:cNvSpPr>
            <a:spLocks noGrp="1"/>
          </p:cNvSpPr>
          <p:nvPr>
            <p:ph type="sldNum" sz="quarter" idx="5"/>
          </p:nvPr>
        </p:nvSpPr>
        <p:spPr/>
        <p:txBody>
          <a:bodyPr/>
          <a:lstStyle/>
          <a:p>
            <a:fld id="{377F0015-57EB-497C-B050-02C77CACFF59}" type="slidenum">
              <a:rPr lang="en-US" smtClean="0"/>
              <a:t>5</a:t>
            </a:fld>
            <a:endParaRPr lang="en-US"/>
          </a:p>
        </p:txBody>
      </p:sp>
    </p:spTree>
    <p:extLst>
      <p:ext uri="{BB962C8B-B14F-4D97-AF65-F5344CB8AC3E}">
        <p14:creationId xmlns:p14="http://schemas.microsoft.com/office/powerpoint/2010/main" val="4288607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the right automation framework depends on what the team is trying to achieve and how the application is expected to evolve over time. There is no single best option that fits every project.</a:t>
            </a:r>
          </a:p>
          <a:p>
            <a:endParaRPr lang="en-US" dirty="0"/>
          </a:p>
          <a:p>
            <a:r>
              <a:rPr lang="en-US" dirty="0"/>
              <a:t>If the goal is fast and reliable cross browser testing of complete user workflows, Playwright is a strong choice. It is well suited for modern applications that need consistent validation across releases.</a:t>
            </a:r>
          </a:p>
          <a:p>
            <a:endParaRPr lang="en-US" dirty="0"/>
          </a:p>
          <a:p>
            <a:r>
              <a:rPr lang="en-US" dirty="0"/>
              <a:t>When rapid feedback is the priority, especially for frequent web interface changes, Cypress works well. Its tight feedback loop helps developers catch issues early during development.</a:t>
            </a:r>
          </a:p>
          <a:p>
            <a:endParaRPr lang="en-US" dirty="0"/>
          </a:p>
          <a:p>
            <a:r>
              <a:rPr lang="en-US" dirty="0"/>
              <a:t>Selenium is often the best fit when a project needs long term flexibility and broad language support. It is commonly used in larger environments where automation must integrate with existing tools and processes.</a:t>
            </a:r>
          </a:p>
          <a:p>
            <a:endParaRPr lang="en-US" dirty="0"/>
          </a:p>
          <a:p>
            <a:r>
              <a:rPr lang="en-US" dirty="0"/>
              <a:t>Regardless of the framework selected, planning for maintenance is critical. Stable locators, reusable helper functions, and clean test data management help keep automation reliable over time.</a:t>
            </a:r>
          </a:p>
          <a:p>
            <a:endParaRPr lang="en-US" dirty="0"/>
          </a:p>
          <a:p>
            <a:r>
              <a:rPr lang="en-US" dirty="0"/>
              <a:t>A practical approach is to start small by automating the highest risk workflows first. As confidence grows, test coverage can be expanded gradually without overwhelming the team.</a:t>
            </a:r>
          </a:p>
          <a:p>
            <a:endParaRPr lang="en-US" dirty="0"/>
          </a:p>
        </p:txBody>
      </p:sp>
      <p:sp>
        <p:nvSpPr>
          <p:cNvPr id="4" name="Slide Number Placeholder 3"/>
          <p:cNvSpPr>
            <a:spLocks noGrp="1"/>
          </p:cNvSpPr>
          <p:nvPr>
            <p:ph type="sldNum" sz="quarter" idx="5"/>
          </p:nvPr>
        </p:nvSpPr>
        <p:spPr/>
        <p:txBody>
          <a:bodyPr/>
          <a:lstStyle/>
          <a:p>
            <a:fld id="{377F0015-57EB-497C-B050-02C77CACFF59}" type="slidenum">
              <a:rPr lang="en-US" smtClean="0"/>
              <a:t>6</a:t>
            </a:fld>
            <a:endParaRPr lang="en-US"/>
          </a:p>
        </p:txBody>
      </p:sp>
    </p:spTree>
    <p:extLst>
      <p:ext uri="{BB962C8B-B14F-4D97-AF65-F5344CB8AC3E}">
        <p14:creationId xmlns:p14="http://schemas.microsoft.com/office/powerpoint/2010/main" val="1786463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no automation framework is universally best, but each has a clear strength depending on the project context.</a:t>
            </a:r>
          </a:p>
          <a:p>
            <a:endParaRPr lang="en-US" dirty="0"/>
          </a:p>
          <a:p>
            <a:r>
              <a:rPr lang="en-US" dirty="0"/>
              <a:t>Playwright stands out as the strongest overall choice for most modern web applications because it offers fast execution, stable cross browser testing, and strong built in tools.</a:t>
            </a:r>
          </a:p>
          <a:p>
            <a:endParaRPr lang="en-US" dirty="0"/>
          </a:p>
          <a:p>
            <a:r>
              <a:rPr lang="en-US" dirty="0"/>
              <a:t>Cypress is a strong alternative when rapid developer feedback and ease of debugging are the primary concerns, especially during active feature development.</a:t>
            </a:r>
          </a:p>
          <a:p>
            <a:endParaRPr lang="en-US" dirty="0"/>
          </a:p>
          <a:p>
            <a:r>
              <a:rPr lang="en-US" dirty="0"/>
              <a:t>Selenium remains the best option for long term and enterprise environments where wide variety of language support and flexible integrations are absolutely necessary.</a:t>
            </a:r>
          </a:p>
          <a:p>
            <a:endParaRPr lang="en-US" dirty="0"/>
          </a:p>
          <a:p>
            <a:r>
              <a:rPr lang="en-US" dirty="0"/>
              <a:t>Automation is most effective when it supports continuous integration checks and release readiness rather than trying to replace all manual testing.</a:t>
            </a:r>
          </a:p>
          <a:p>
            <a:endParaRPr lang="en-US" dirty="0"/>
          </a:p>
          <a:p>
            <a:r>
              <a:rPr lang="en-US" dirty="0"/>
              <a:t>Ultimately, successful automation depends on careful test design, ongoing maintenance discipline, and a clearly defined test scope.</a:t>
            </a:r>
          </a:p>
        </p:txBody>
      </p:sp>
      <p:sp>
        <p:nvSpPr>
          <p:cNvPr id="4" name="Slide Number Placeholder 3"/>
          <p:cNvSpPr>
            <a:spLocks noGrp="1"/>
          </p:cNvSpPr>
          <p:nvPr>
            <p:ph type="sldNum" sz="quarter" idx="5"/>
          </p:nvPr>
        </p:nvSpPr>
        <p:spPr/>
        <p:txBody>
          <a:bodyPr/>
          <a:lstStyle/>
          <a:p>
            <a:fld id="{377F0015-57EB-497C-B050-02C77CACFF59}" type="slidenum">
              <a:rPr lang="en-US" smtClean="0"/>
              <a:t>7</a:t>
            </a:fld>
            <a:endParaRPr lang="en-US"/>
          </a:p>
        </p:txBody>
      </p:sp>
    </p:spTree>
    <p:extLst>
      <p:ext uri="{BB962C8B-B14F-4D97-AF65-F5344CB8AC3E}">
        <p14:creationId xmlns:p14="http://schemas.microsoft.com/office/powerpoint/2010/main" val="5947224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references include official documentation for each recommended framework and one general background source on test automation.</a:t>
            </a:r>
          </a:p>
          <a:p>
            <a:r>
              <a:rPr lang="en-US"/>
              <a:t>All links are included so reviewers can verify features, supported environments, and usage guidance directly.</a:t>
            </a:r>
          </a:p>
        </p:txBody>
      </p:sp>
      <p:sp>
        <p:nvSpPr>
          <p:cNvPr id="4" name="Slide Number Placeholder 3"/>
          <p:cNvSpPr>
            <a:spLocks noGrp="1"/>
          </p:cNvSpPr>
          <p:nvPr>
            <p:ph type="sldNum" sz="quarter" idx="5"/>
          </p:nvPr>
        </p:nvSpPr>
        <p:spPr/>
        <p:txBody>
          <a:bodyPr/>
          <a:lstStyle/>
          <a:p>
            <a:fld id="{377F0015-57EB-497C-B050-02C77CACFF59}" type="slidenum">
              <a:rPr lang="en-US" smtClean="0"/>
              <a:t>8</a:t>
            </a:fld>
            <a:endParaRPr lang="en-US"/>
          </a:p>
        </p:txBody>
      </p:sp>
    </p:spTree>
    <p:extLst>
      <p:ext uri="{BB962C8B-B14F-4D97-AF65-F5344CB8AC3E}">
        <p14:creationId xmlns:p14="http://schemas.microsoft.com/office/powerpoint/2010/main" val="1009586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13142-BFCD-DB5D-3E7A-663670CE92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D96BCD6-F8CF-FC7A-BF05-5F05E2AC8A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4D57F4-120D-3E24-0FCC-8E9A0EBACED2}"/>
              </a:ext>
            </a:extLst>
          </p:cNvPr>
          <p:cNvSpPr>
            <a:spLocks noGrp="1"/>
          </p:cNvSpPr>
          <p:nvPr>
            <p:ph type="dt" sz="half" idx="10"/>
          </p:nvPr>
        </p:nvSpPr>
        <p:spPr/>
        <p:txBody>
          <a:bodyPr/>
          <a:lstStyle/>
          <a:p>
            <a:fld id="{2A11DF10-5130-478D-B3D1-487F0B4AE9FB}" type="datetimeFigureOut">
              <a:rPr lang="en-US" smtClean="0"/>
              <a:t>2/8/2026</a:t>
            </a:fld>
            <a:endParaRPr lang="en-US"/>
          </a:p>
        </p:txBody>
      </p:sp>
      <p:sp>
        <p:nvSpPr>
          <p:cNvPr id="5" name="Footer Placeholder 4">
            <a:extLst>
              <a:ext uri="{FF2B5EF4-FFF2-40B4-BE49-F238E27FC236}">
                <a16:creationId xmlns:a16="http://schemas.microsoft.com/office/drawing/2014/main" id="{9F834B21-60F0-BA8F-1138-0B4016605F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6AAABA-4416-71D9-7114-9CA9BA2A7030}"/>
              </a:ext>
            </a:extLst>
          </p:cNvPr>
          <p:cNvSpPr>
            <a:spLocks noGrp="1"/>
          </p:cNvSpPr>
          <p:nvPr>
            <p:ph type="sldNum" sz="quarter" idx="12"/>
          </p:nvPr>
        </p:nvSpPr>
        <p:spPr/>
        <p:txBody>
          <a:bodyPr/>
          <a:lstStyle/>
          <a:p>
            <a:fld id="{02D7AA92-A505-4DB0-B4D6-24C45C02BA09}" type="slidenum">
              <a:rPr lang="en-US" smtClean="0"/>
              <a:t>‹#›</a:t>
            </a:fld>
            <a:endParaRPr lang="en-US"/>
          </a:p>
        </p:txBody>
      </p:sp>
    </p:spTree>
    <p:extLst>
      <p:ext uri="{BB962C8B-B14F-4D97-AF65-F5344CB8AC3E}">
        <p14:creationId xmlns:p14="http://schemas.microsoft.com/office/powerpoint/2010/main" val="571887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8F1CD-6819-D409-A5F5-063E8014BA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DDD0F7-E3A8-D0A3-836E-BE03DC3222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2EBF9E-70DB-2A7F-FF2F-7C1AA0938062}"/>
              </a:ext>
            </a:extLst>
          </p:cNvPr>
          <p:cNvSpPr>
            <a:spLocks noGrp="1"/>
          </p:cNvSpPr>
          <p:nvPr>
            <p:ph type="dt" sz="half" idx="10"/>
          </p:nvPr>
        </p:nvSpPr>
        <p:spPr/>
        <p:txBody>
          <a:bodyPr/>
          <a:lstStyle/>
          <a:p>
            <a:fld id="{2A11DF10-5130-478D-B3D1-487F0B4AE9FB}" type="datetimeFigureOut">
              <a:rPr lang="en-US" smtClean="0"/>
              <a:t>2/8/2026</a:t>
            </a:fld>
            <a:endParaRPr lang="en-US"/>
          </a:p>
        </p:txBody>
      </p:sp>
      <p:sp>
        <p:nvSpPr>
          <p:cNvPr id="5" name="Footer Placeholder 4">
            <a:extLst>
              <a:ext uri="{FF2B5EF4-FFF2-40B4-BE49-F238E27FC236}">
                <a16:creationId xmlns:a16="http://schemas.microsoft.com/office/drawing/2014/main" id="{C85C4B32-1A52-B6A2-F47C-56B7A45959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838A6C-5CC2-2A0F-5AF0-D222EEB8C593}"/>
              </a:ext>
            </a:extLst>
          </p:cNvPr>
          <p:cNvSpPr>
            <a:spLocks noGrp="1"/>
          </p:cNvSpPr>
          <p:nvPr>
            <p:ph type="sldNum" sz="quarter" idx="12"/>
          </p:nvPr>
        </p:nvSpPr>
        <p:spPr/>
        <p:txBody>
          <a:bodyPr/>
          <a:lstStyle/>
          <a:p>
            <a:fld id="{02D7AA92-A505-4DB0-B4D6-24C45C02BA09}" type="slidenum">
              <a:rPr lang="en-US" smtClean="0"/>
              <a:t>‹#›</a:t>
            </a:fld>
            <a:endParaRPr lang="en-US"/>
          </a:p>
        </p:txBody>
      </p:sp>
    </p:spTree>
    <p:extLst>
      <p:ext uri="{BB962C8B-B14F-4D97-AF65-F5344CB8AC3E}">
        <p14:creationId xmlns:p14="http://schemas.microsoft.com/office/powerpoint/2010/main" val="3347689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AA19E-EA51-32C7-A8BE-EE4C5132C5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9EF1D1-BD60-86A3-ED0A-F8B955B238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0B2344-DEE4-6ED7-4216-AFF5EC73556E}"/>
              </a:ext>
            </a:extLst>
          </p:cNvPr>
          <p:cNvSpPr>
            <a:spLocks noGrp="1"/>
          </p:cNvSpPr>
          <p:nvPr>
            <p:ph type="dt" sz="half" idx="10"/>
          </p:nvPr>
        </p:nvSpPr>
        <p:spPr/>
        <p:txBody>
          <a:bodyPr/>
          <a:lstStyle/>
          <a:p>
            <a:fld id="{2A11DF10-5130-478D-B3D1-487F0B4AE9FB}" type="datetimeFigureOut">
              <a:rPr lang="en-US" smtClean="0"/>
              <a:t>2/8/2026</a:t>
            </a:fld>
            <a:endParaRPr lang="en-US"/>
          </a:p>
        </p:txBody>
      </p:sp>
      <p:sp>
        <p:nvSpPr>
          <p:cNvPr id="5" name="Footer Placeholder 4">
            <a:extLst>
              <a:ext uri="{FF2B5EF4-FFF2-40B4-BE49-F238E27FC236}">
                <a16:creationId xmlns:a16="http://schemas.microsoft.com/office/drawing/2014/main" id="{8770E669-B601-8B85-8334-0C97484020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3F3A90-B6D2-6438-FF6E-6991CE502C4D}"/>
              </a:ext>
            </a:extLst>
          </p:cNvPr>
          <p:cNvSpPr>
            <a:spLocks noGrp="1"/>
          </p:cNvSpPr>
          <p:nvPr>
            <p:ph type="sldNum" sz="quarter" idx="12"/>
          </p:nvPr>
        </p:nvSpPr>
        <p:spPr/>
        <p:txBody>
          <a:bodyPr/>
          <a:lstStyle/>
          <a:p>
            <a:fld id="{02D7AA92-A505-4DB0-B4D6-24C45C02BA09}" type="slidenum">
              <a:rPr lang="en-US" smtClean="0"/>
              <a:t>‹#›</a:t>
            </a:fld>
            <a:endParaRPr lang="en-US"/>
          </a:p>
        </p:txBody>
      </p:sp>
    </p:spTree>
    <p:extLst>
      <p:ext uri="{BB962C8B-B14F-4D97-AF65-F5344CB8AC3E}">
        <p14:creationId xmlns:p14="http://schemas.microsoft.com/office/powerpoint/2010/main" val="1380239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FE2B0-96B7-A299-2812-81940D1C2C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FF871E-402F-D7C5-900D-C0BD1C3552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11CC36-F472-611D-A0EA-C4CC818217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7BB3A0-7EF2-050D-6FF8-36A76AC2110E}"/>
              </a:ext>
            </a:extLst>
          </p:cNvPr>
          <p:cNvSpPr>
            <a:spLocks noGrp="1"/>
          </p:cNvSpPr>
          <p:nvPr>
            <p:ph type="dt" sz="half" idx="10"/>
          </p:nvPr>
        </p:nvSpPr>
        <p:spPr/>
        <p:txBody>
          <a:bodyPr/>
          <a:lstStyle/>
          <a:p>
            <a:fld id="{2A11DF10-5130-478D-B3D1-487F0B4AE9FB}" type="datetimeFigureOut">
              <a:rPr lang="en-US" smtClean="0"/>
              <a:t>2/8/2026</a:t>
            </a:fld>
            <a:endParaRPr lang="en-US"/>
          </a:p>
        </p:txBody>
      </p:sp>
      <p:sp>
        <p:nvSpPr>
          <p:cNvPr id="6" name="Footer Placeholder 5">
            <a:extLst>
              <a:ext uri="{FF2B5EF4-FFF2-40B4-BE49-F238E27FC236}">
                <a16:creationId xmlns:a16="http://schemas.microsoft.com/office/drawing/2014/main" id="{0F68CB0A-FF54-8DC5-FEED-895FD1DD58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071BF4-BFE8-3E9E-1F7D-986B14A212BA}"/>
              </a:ext>
            </a:extLst>
          </p:cNvPr>
          <p:cNvSpPr>
            <a:spLocks noGrp="1"/>
          </p:cNvSpPr>
          <p:nvPr>
            <p:ph type="sldNum" sz="quarter" idx="12"/>
          </p:nvPr>
        </p:nvSpPr>
        <p:spPr/>
        <p:txBody>
          <a:bodyPr/>
          <a:lstStyle/>
          <a:p>
            <a:fld id="{02D7AA92-A505-4DB0-B4D6-24C45C02BA09}" type="slidenum">
              <a:rPr lang="en-US" smtClean="0"/>
              <a:t>‹#›</a:t>
            </a:fld>
            <a:endParaRPr lang="en-US"/>
          </a:p>
        </p:txBody>
      </p:sp>
    </p:spTree>
    <p:extLst>
      <p:ext uri="{BB962C8B-B14F-4D97-AF65-F5344CB8AC3E}">
        <p14:creationId xmlns:p14="http://schemas.microsoft.com/office/powerpoint/2010/main" val="3146036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42105-11C2-FD05-5286-DF025BDA56C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6E3FFC-65EE-C7D2-FB1B-41794B683C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655CDE-D924-7271-8CA1-5C31DACA7F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685725A-C40E-DD4B-D040-0DD4803C78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8FC023-60C2-CD78-7D58-50F978C15C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3286BC-9BB4-758A-8BA2-B1D6AF941AE2}"/>
              </a:ext>
            </a:extLst>
          </p:cNvPr>
          <p:cNvSpPr>
            <a:spLocks noGrp="1"/>
          </p:cNvSpPr>
          <p:nvPr>
            <p:ph type="dt" sz="half" idx="10"/>
          </p:nvPr>
        </p:nvSpPr>
        <p:spPr/>
        <p:txBody>
          <a:bodyPr/>
          <a:lstStyle/>
          <a:p>
            <a:fld id="{2A11DF10-5130-478D-B3D1-487F0B4AE9FB}" type="datetimeFigureOut">
              <a:rPr lang="en-US" smtClean="0"/>
              <a:t>2/8/2026</a:t>
            </a:fld>
            <a:endParaRPr lang="en-US"/>
          </a:p>
        </p:txBody>
      </p:sp>
      <p:sp>
        <p:nvSpPr>
          <p:cNvPr id="8" name="Footer Placeholder 7">
            <a:extLst>
              <a:ext uri="{FF2B5EF4-FFF2-40B4-BE49-F238E27FC236}">
                <a16:creationId xmlns:a16="http://schemas.microsoft.com/office/drawing/2014/main" id="{852A8217-27EA-CF0E-578D-A38A228CCCA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A9EC255-3EC2-B6F7-5727-764D332D4073}"/>
              </a:ext>
            </a:extLst>
          </p:cNvPr>
          <p:cNvSpPr>
            <a:spLocks noGrp="1"/>
          </p:cNvSpPr>
          <p:nvPr>
            <p:ph type="sldNum" sz="quarter" idx="12"/>
          </p:nvPr>
        </p:nvSpPr>
        <p:spPr/>
        <p:txBody>
          <a:bodyPr/>
          <a:lstStyle/>
          <a:p>
            <a:fld id="{02D7AA92-A505-4DB0-B4D6-24C45C02BA09}" type="slidenum">
              <a:rPr lang="en-US" smtClean="0"/>
              <a:t>‹#›</a:t>
            </a:fld>
            <a:endParaRPr lang="en-US"/>
          </a:p>
        </p:txBody>
      </p:sp>
    </p:spTree>
    <p:extLst>
      <p:ext uri="{BB962C8B-B14F-4D97-AF65-F5344CB8AC3E}">
        <p14:creationId xmlns:p14="http://schemas.microsoft.com/office/powerpoint/2010/main" val="1833725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31407-247A-D736-FDF5-4107EBD1063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1DA050-6535-EF32-5DBC-C4FCB0E1361C}"/>
              </a:ext>
            </a:extLst>
          </p:cNvPr>
          <p:cNvSpPr>
            <a:spLocks noGrp="1"/>
          </p:cNvSpPr>
          <p:nvPr>
            <p:ph type="dt" sz="half" idx="10"/>
          </p:nvPr>
        </p:nvSpPr>
        <p:spPr/>
        <p:txBody>
          <a:bodyPr/>
          <a:lstStyle/>
          <a:p>
            <a:fld id="{2A11DF10-5130-478D-B3D1-487F0B4AE9FB}" type="datetimeFigureOut">
              <a:rPr lang="en-US" smtClean="0"/>
              <a:t>2/8/2026</a:t>
            </a:fld>
            <a:endParaRPr lang="en-US"/>
          </a:p>
        </p:txBody>
      </p:sp>
      <p:sp>
        <p:nvSpPr>
          <p:cNvPr id="4" name="Footer Placeholder 3">
            <a:extLst>
              <a:ext uri="{FF2B5EF4-FFF2-40B4-BE49-F238E27FC236}">
                <a16:creationId xmlns:a16="http://schemas.microsoft.com/office/drawing/2014/main" id="{24A98BF1-1FA1-E6FC-5A9D-B5FE719E13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222AB25-B939-A9D5-DBD7-935C0CE6517A}"/>
              </a:ext>
            </a:extLst>
          </p:cNvPr>
          <p:cNvSpPr>
            <a:spLocks noGrp="1"/>
          </p:cNvSpPr>
          <p:nvPr>
            <p:ph type="sldNum" sz="quarter" idx="12"/>
          </p:nvPr>
        </p:nvSpPr>
        <p:spPr/>
        <p:txBody>
          <a:bodyPr/>
          <a:lstStyle/>
          <a:p>
            <a:fld id="{02D7AA92-A505-4DB0-B4D6-24C45C02BA09}" type="slidenum">
              <a:rPr lang="en-US" smtClean="0"/>
              <a:t>‹#›</a:t>
            </a:fld>
            <a:endParaRPr lang="en-US"/>
          </a:p>
        </p:txBody>
      </p:sp>
    </p:spTree>
    <p:extLst>
      <p:ext uri="{BB962C8B-B14F-4D97-AF65-F5344CB8AC3E}">
        <p14:creationId xmlns:p14="http://schemas.microsoft.com/office/powerpoint/2010/main" val="3327533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160971-0B68-6346-02D9-300AE3C1F76C}"/>
              </a:ext>
            </a:extLst>
          </p:cNvPr>
          <p:cNvSpPr>
            <a:spLocks noGrp="1"/>
          </p:cNvSpPr>
          <p:nvPr>
            <p:ph type="dt" sz="half" idx="10"/>
          </p:nvPr>
        </p:nvSpPr>
        <p:spPr/>
        <p:txBody>
          <a:bodyPr/>
          <a:lstStyle/>
          <a:p>
            <a:fld id="{2A11DF10-5130-478D-B3D1-487F0B4AE9FB}" type="datetimeFigureOut">
              <a:rPr lang="en-US" smtClean="0"/>
              <a:t>2/8/2026</a:t>
            </a:fld>
            <a:endParaRPr lang="en-US"/>
          </a:p>
        </p:txBody>
      </p:sp>
      <p:sp>
        <p:nvSpPr>
          <p:cNvPr id="3" name="Footer Placeholder 2">
            <a:extLst>
              <a:ext uri="{FF2B5EF4-FFF2-40B4-BE49-F238E27FC236}">
                <a16:creationId xmlns:a16="http://schemas.microsoft.com/office/drawing/2014/main" id="{E08D068D-EC93-D801-4A3A-53496FDEB0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2560B4-8091-3915-0306-DD740071A94F}"/>
              </a:ext>
            </a:extLst>
          </p:cNvPr>
          <p:cNvSpPr>
            <a:spLocks noGrp="1"/>
          </p:cNvSpPr>
          <p:nvPr>
            <p:ph type="sldNum" sz="quarter" idx="12"/>
          </p:nvPr>
        </p:nvSpPr>
        <p:spPr/>
        <p:txBody>
          <a:bodyPr/>
          <a:lstStyle/>
          <a:p>
            <a:fld id="{02D7AA92-A505-4DB0-B4D6-24C45C02BA09}" type="slidenum">
              <a:rPr lang="en-US" smtClean="0"/>
              <a:t>‹#›</a:t>
            </a:fld>
            <a:endParaRPr lang="en-US"/>
          </a:p>
        </p:txBody>
      </p:sp>
    </p:spTree>
    <p:extLst>
      <p:ext uri="{BB962C8B-B14F-4D97-AF65-F5344CB8AC3E}">
        <p14:creationId xmlns:p14="http://schemas.microsoft.com/office/powerpoint/2010/main" val="2428135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EAE43-7CBF-C5F2-4B9F-CACAE61ADC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7A1B86-0E59-12FD-3EFF-A7CDEBC7BB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B65F9AA-0327-8332-6F01-8873C2AFC1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9C9920-E6DE-5795-48C4-F7DB682E65AB}"/>
              </a:ext>
            </a:extLst>
          </p:cNvPr>
          <p:cNvSpPr>
            <a:spLocks noGrp="1"/>
          </p:cNvSpPr>
          <p:nvPr>
            <p:ph type="dt" sz="half" idx="10"/>
          </p:nvPr>
        </p:nvSpPr>
        <p:spPr/>
        <p:txBody>
          <a:bodyPr/>
          <a:lstStyle/>
          <a:p>
            <a:fld id="{2A11DF10-5130-478D-B3D1-487F0B4AE9FB}" type="datetimeFigureOut">
              <a:rPr lang="en-US" smtClean="0"/>
              <a:t>2/8/2026</a:t>
            </a:fld>
            <a:endParaRPr lang="en-US"/>
          </a:p>
        </p:txBody>
      </p:sp>
      <p:sp>
        <p:nvSpPr>
          <p:cNvPr id="6" name="Footer Placeholder 5">
            <a:extLst>
              <a:ext uri="{FF2B5EF4-FFF2-40B4-BE49-F238E27FC236}">
                <a16:creationId xmlns:a16="http://schemas.microsoft.com/office/drawing/2014/main" id="{7E5A538B-2330-2CDE-DA16-C17ADDB29F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D662CD-73D6-F72E-5DEF-62294A5F04F1}"/>
              </a:ext>
            </a:extLst>
          </p:cNvPr>
          <p:cNvSpPr>
            <a:spLocks noGrp="1"/>
          </p:cNvSpPr>
          <p:nvPr>
            <p:ph type="sldNum" sz="quarter" idx="12"/>
          </p:nvPr>
        </p:nvSpPr>
        <p:spPr/>
        <p:txBody>
          <a:bodyPr/>
          <a:lstStyle/>
          <a:p>
            <a:fld id="{02D7AA92-A505-4DB0-B4D6-24C45C02BA09}" type="slidenum">
              <a:rPr lang="en-US" smtClean="0"/>
              <a:t>‹#›</a:t>
            </a:fld>
            <a:endParaRPr lang="en-US"/>
          </a:p>
        </p:txBody>
      </p:sp>
    </p:spTree>
    <p:extLst>
      <p:ext uri="{BB962C8B-B14F-4D97-AF65-F5344CB8AC3E}">
        <p14:creationId xmlns:p14="http://schemas.microsoft.com/office/powerpoint/2010/main" val="897990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C7E53-BB2B-75BF-9E88-98BA8CBE67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8C4EFC0-1DE2-A607-ADA5-63C8F02B2C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5671A09-80D2-63FB-4B4A-BF56C35EF6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6AFC57-48F1-84BA-3163-0E5E365E788C}"/>
              </a:ext>
            </a:extLst>
          </p:cNvPr>
          <p:cNvSpPr>
            <a:spLocks noGrp="1"/>
          </p:cNvSpPr>
          <p:nvPr>
            <p:ph type="dt" sz="half" idx="10"/>
          </p:nvPr>
        </p:nvSpPr>
        <p:spPr/>
        <p:txBody>
          <a:bodyPr/>
          <a:lstStyle/>
          <a:p>
            <a:fld id="{2A11DF10-5130-478D-B3D1-487F0B4AE9FB}" type="datetimeFigureOut">
              <a:rPr lang="en-US" smtClean="0"/>
              <a:t>2/8/2026</a:t>
            </a:fld>
            <a:endParaRPr lang="en-US"/>
          </a:p>
        </p:txBody>
      </p:sp>
      <p:sp>
        <p:nvSpPr>
          <p:cNvPr id="6" name="Footer Placeholder 5">
            <a:extLst>
              <a:ext uri="{FF2B5EF4-FFF2-40B4-BE49-F238E27FC236}">
                <a16:creationId xmlns:a16="http://schemas.microsoft.com/office/drawing/2014/main" id="{22048AB2-7139-95B6-F340-238BF5CA9B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7E3757-54F9-3152-DE17-7770B09B6250}"/>
              </a:ext>
            </a:extLst>
          </p:cNvPr>
          <p:cNvSpPr>
            <a:spLocks noGrp="1"/>
          </p:cNvSpPr>
          <p:nvPr>
            <p:ph type="sldNum" sz="quarter" idx="12"/>
          </p:nvPr>
        </p:nvSpPr>
        <p:spPr/>
        <p:txBody>
          <a:bodyPr/>
          <a:lstStyle/>
          <a:p>
            <a:fld id="{02D7AA92-A505-4DB0-B4D6-24C45C02BA09}" type="slidenum">
              <a:rPr lang="en-US" smtClean="0"/>
              <a:t>‹#›</a:t>
            </a:fld>
            <a:endParaRPr lang="en-US"/>
          </a:p>
        </p:txBody>
      </p:sp>
    </p:spTree>
    <p:extLst>
      <p:ext uri="{BB962C8B-B14F-4D97-AF65-F5344CB8AC3E}">
        <p14:creationId xmlns:p14="http://schemas.microsoft.com/office/powerpoint/2010/main" val="920819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8A850-E238-2333-1218-286E07B17F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5C01FE-684C-13A2-F232-38315EECCC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E8CCC8-2C72-C8FE-31D8-E28A74F69EF4}"/>
              </a:ext>
            </a:extLst>
          </p:cNvPr>
          <p:cNvSpPr>
            <a:spLocks noGrp="1"/>
          </p:cNvSpPr>
          <p:nvPr>
            <p:ph type="dt" sz="half" idx="10"/>
          </p:nvPr>
        </p:nvSpPr>
        <p:spPr/>
        <p:txBody>
          <a:bodyPr/>
          <a:lstStyle/>
          <a:p>
            <a:fld id="{2A11DF10-5130-478D-B3D1-487F0B4AE9FB}" type="datetimeFigureOut">
              <a:rPr lang="en-US" smtClean="0"/>
              <a:t>2/8/2026</a:t>
            </a:fld>
            <a:endParaRPr lang="en-US"/>
          </a:p>
        </p:txBody>
      </p:sp>
      <p:sp>
        <p:nvSpPr>
          <p:cNvPr id="5" name="Footer Placeholder 4">
            <a:extLst>
              <a:ext uri="{FF2B5EF4-FFF2-40B4-BE49-F238E27FC236}">
                <a16:creationId xmlns:a16="http://schemas.microsoft.com/office/drawing/2014/main" id="{5D7AEEDC-8B9C-4B77-7C89-A9D0692C7F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0E7462-F12B-C396-4A8C-154C2104929B}"/>
              </a:ext>
            </a:extLst>
          </p:cNvPr>
          <p:cNvSpPr>
            <a:spLocks noGrp="1"/>
          </p:cNvSpPr>
          <p:nvPr>
            <p:ph type="sldNum" sz="quarter" idx="12"/>
          </p:nvPr>
        </p:nvSpPr>
        <p:spPr/>
        <p:txBody>
          <a:bodyPr/>
          <a:lstStyle/>
          <a:p>
            <a:fld id="{02D7AA92-A505-4DB0-B4D6-24C45C02BA09}" type="slidenum">
              <a:rPr lang="en-US" smtClean="0"/>
              <a:t>‹#›</a:t>
            </a:fld>
            <a:endParaRPr lang="en-US"/>
          </a:p>
        </p:txBody>
      </p:sp>
    </p:spTree>
    <p:extLst>
      <p:ext uri="{BB962C8B-B14F-4D97-AF65-F5344CB8AC3E}">
        <p14:creationId xmlns:p14="http://schemas.microsoft.com/office/powerpoint/2010/main" val="1575114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0237E7-2C6C-D95A-176D-47E1FA4C12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F3B7FB8-16DA-EECA-2C2C-2C1E82BE16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A356B5-502F-00B3-CA90-2B83B22C92B3}"/>
              </a:ext>
            </a:extLst>
          </p:cNvPr>
          <p:cNvSpPr>
            <a:spLocks noGrp="1"/>
          </p:cNvSpPr>
          <p:nvPr>
            <p:ph type="dt" sz="half" idx="10"/>
          </p:nvPr>
        </p:nvSpPr>
        <p:spPr/>
        <p:txBody>
          <a:bodyPr/>
          <a:lstStyle/>
          <a:p>
            <a:fld id="{2A11DF10-5130-478D-B3D1-487F0B4AE9FB}" type="datetimeFigureOut">
              <a:rPr lang="en-US" smtClean="0"/>
              <a:t>2/8/2026</a:t>
            </a:fld>
            <a:endParaRPr lang="en-US"/>
          </a:p>
        </p:txBody>
      </p:sp>
      <p:sp>
        <p:nvSpPr>
          <p:cNvPr id="5" name="Footer Placeholder 4">
            <a:extLst>
              <a:ext uri="{FF2B5EF4-FFF2-40B4-BE49-F238E27FC236}">
                <a16:creationId xmlns:a16="http://schemas.microsoft.com/office/drawing/2014/main" id="{D447D984-55FA-715C-A1DB-71CFFCD291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23A90C-11D3-222B-C943-EA2901A9F97D}"/>
              </a:ext>
            </a:extLst>
          </p:cNvPr>
          <p:cNvSpPr>
            <a:spLocks noGrp="1"/>
          </p:cNvSpPr>
          <p:nvPr>
            <p:ph type="sldNum" sz="quarter" idx="12"/>
          </p:nvPr>
        </p:nvSpPr>
        <p:spPr/>
        <p:txBody>
          <a:bodyPr/>
          <a:lstStyle/>
          <a:p>
            <a:fld id="{02D7AA92-A505-4DB0-B4D6-24C45C02BA09}" type="slidenum">
              <a:rPr lang="en-US" smtClean="0"/>
              <a:t>‹#›</a:t>
            </a:fld>
            <a:endParaRPr lang="en-US"/>
          </a:p>
        </p:txBody>
      </p:sp>
    </p:spTree>
    <p:extLst>
      <p:ext uri="{BB962C8B-B14F-4D97-AF65-F5344CB8AC3E}">
        <p14:creationId xmlns:p14="http://schemas.microsoft.com/office/powerpoint/2010/main" val="236973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EB30F-350C-EB01-B484-36594F03B177}"/>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289D8A17-A498-BEE0-603E-08B0D8AC00C1}"/>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F5DB2A-DB60-36FC-0B7B-07406789F105}"/>
              </a:ext>
            </a:extLst>
          </p:cNvPr>
          <p:cNvSpPr>
            <a:spLocks noGrp="1"/>
          </p:cNvSpPr>
          <p:nvPr>
            <p:ph type="dt" sz="half" idx="10"/>
          </p:nvPr>
        </p:nvSpPr>
        <p:spPr/>
        <p:txBody>
          <a:bodyPr/>
          <a:lstStyle/>
          <a:p>
            <a:fld id="{2A11DF10-5130-478D-B3D1-487F0B4AE9FB}" type="datetimeFigureOut">
              <a:rPr lang="en-US" smtClean="0"/>
              <a:t>2/8/2026</a:t>
            </a:fld>
            <a:endParaRPr lang="en-US"/>
          </a:p>
        </p:txBody>
      </p:sp>
      <p:sp>
        <p:nvSpPr>
          <p:cNvPr id="5" name="Footer Placeholder 4">
            <a:extLst>
              <a:ext uri="{FF2B5EF4-FFF2-40B4-BE49-F238E27FC236}">
                <a16:creationId xmlns:a16="http://schemas.microsoft.com/office/drawing/2014/main" id="{DD9B6C71-71D4-BC4A-19F9-CFA1F9B01E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A1B527-E9C0-F71D-FC93-5DE66A016A64}"/>
              </a:ext>
            </a:extLst>
          </p:cNvPr>
          <p:cNvSpPr>
            <a:spLocks noGrp="1"/>
          </p:cNvSpPr>
          <p:nvPr>
            <p:ph type="sldNum" sz="quarter" idx="12"/>
          </p:nvPr>
        </p:nvSpPr>
        <p:spPr/>
        <p:txBody>
          <a:bodyPr/>
          <a:lstStyle/>
          <a:p>
            <a:fld id="{02D7AA92-A505-4DB0-B4D6-24C45C02BA09}" type="slidenum">
              <a:rPr lang="en-US" smtClean="0"/>
              <a:t>‹#›</a:t>
            </a:fld>
            <a:endParaRPr lang="en-US"/>
          </a:p>
        </p:txBody>
      </p:sp>
    </p:spTree>
    <p:extLst>
      <p:ext uri="{BB962C8B-B14F-4D97-AF65-F5344CB8AC3E}">
        <p14:creationId xmlns:p14="http://schemas.microsoft.com/office/powerpoint/2010/main" val="4061783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FC0B1B-BADF-EBC3-2A33-E4BC1681A5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818E1B0-833D-0B0E-C357-F199A36D37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122A63-1C83-071E-D6C0-1B879A8934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11DF10-5130-478D-B3D1-487F0B4AE9FB}" type="datetimeFigureOut">
              <a:rPr lang="en-US" smtClean="0"/>
              <a:t>2/8/2026</a:t>
            </a:fld>
            <a:endParaRPr lang="en-US"/>
          </a:p>
        </p:txBody>
      </p:sp>
      <p:sp>
        <p:nvSpPr>
          <p:cNvPr id="5" name="Footer Placeholder 4">
            <a:extLst>
              <a:ext uri="{FF2B5EF4-FFF2-40B4-BE49-F238E27FC236}">
                <a16:creationId xmlns:a16="http://schemas.microsoft.com/office/drawing/2014/main" id="{BDDBBBE0-5453-7A6E-C5BD-B6537FA5B1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BAC3D7-A5A9-CED6-17A4-34AF6653AA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D7AA92-A505-4DB0-B4D6-24C45C02BA09}" type="slidenum">
              <a:rPr lang="en-US" smtClean="0"/>
              <a:t>‹#›</a:t>
            </a:fld>
            <a:endParaRPr lang="en-US"/>
          </a:p>
        </p:txBody>
      </p:sp>
    </p:spTree>
    <p:extLst>
      <p:ext uri="{BB962C8B-B14F-4D97-AF65-F5344CB8AC3E}">
        <p14:creationId xmlns:p14="http://schemas.microsoft.com/office/powerpoint/2010/main" val="24010499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1.pn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2.pn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1.png"/><Relationship Id="rId7" Type="http://schemas.openxmlformats.org/officeDocument/2006/relationships/diagramColors" Target="../diagrams/colors4.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41.jpeg"/><Relationship Id="rId7" Type="http://schemas.openxmlformats.org/officeDocument/2006/relationships/diagramColors" Target="../diagrams/colors5.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7.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46.jpeg"/><Relationship Id="rId7" Type="http://schemas.openxmlformats.org/officeDocument/2006/relationships/diagramColors" Target="../diagrams/colors6.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8.xml.rels><?xml version="1.0" encoding="UTF-8" standalone="yes"?>
<Relationships xmlns="http://schemas.openxmlformats.org/package/2006/relationships"><Relationship Id="rId8" Type="http://schemas.openxmlformats.org/officeDocument/2006/relationships/hyperlink" Target="https://en.wikipedia.org/wiki/Test_automation" TargetMode="External"/><Relationship Id="rId3" Type="http://schemas.openxmlformats.org/officeDocument/2006/relationships/image" Target="../media/image54.png"/><Relationship Id="rId7" Type="http://schemas.openxmlformats.org/officeDocument/2006/relationships/hyperlink" Target="https://www.selenium.dev/"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hyperlink" Target="https://playwright.dev/" TargetMode="External"/><Relationship Id="rId5" Type="http://schemas.openxmlformats.org/officeDocument/2006/relationships/hyperlink" Target="https://junit.org/junit5/docs/current/user-guide/" TargetMode="External"/><Relationship Id="rId4" Type="http://schemas.openxmlformats.org/officeDocument/2006/relationships/hyperlink" Target="https://docs.cypress.i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FA9B6C6-A247-48A8-9A1C-1E36FA945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994A4B21-FADD-596A-7F20-C63D37F2C70D}"/>
              </a:ext>
            </a:extLst>
          </p:cNvPr>
          <p:cNvSpPr>
            <a:spLocks noGrp="1"/>
          </p:cNvSpPr>
          <p:nvPr>
            <p:ph type="ctrTitle"/>
          </p:nvPr>
        </p:nvSpPr>
        <p:spPr>
          <a:xfrm>
            <a:off x="1301261" y="590062"/>
            <a:ext cx="5409655" cy="2838938"/>
          </a:xfrm>
        </p:spPr>
        <p:txBody>
          <a:bodyPr>
            <a:normAutofit/>
          </a:bodyPr>
          <a:lstStyle/>
          <a:p>
            <a:pPr algn="l"/>
            <a:r>
              <a:rPr lang="en-US" sz="5200" b="1">
                <a:solidFill>
                  <a:srgbClr val="FFFFFF"/>
                </a:solidFill>
                <a:latin typeface="Calibri" panose="020F0502020204030204" pitchFamily="34" charset="0"/>
              </a:rPr>
              <a:t>Test Automation Framework Recommendations</a:t>
            </a:r>
          </a:p>
        </p:txBody>
      </p:sp>
      <p:sp>
        <p:nvSpPr>
          <p:cNvPr id="3" name="Subtitle 2">
            <a:extLst>
              <a:ext uri="{FF2B5EF4-FFF2-40B4-BE49-F238E27FC236}">
                <a16:creationId xmlns:a16="http://schemas.microsoft.com/office/drawing/2014/main" id="{AB85878E-8803-18C9-8BDF-EE1F1069A515}"/>
              </a:ext>
            </a:extLst>
          </p:cNvPr>
          <p:cNvSpPr>
            <a:spLocks noGrp="1"/>
          </p:cNvSpPr>
          <p:nvPr>
            <p:ph type="subTitle" idx="1"/>
          </p:nvPr>
        </p:nvSpPr>
        <p:spPr>
          <a:xfrm>
            <a:off x="5642044" y="4698614"/>
            <a:ext cx="5088650" cy="1198120"/>
          </a:xfrm>
        </p:spPr>
        <p:txBody>
          <a:bodyPr>
            <a:normAutofit/>
          </a:bodyPr>
          <a:lstStyle/>
          <a:p>
            <a:pPr algn="r"/>
            <a:r>
              <a:rPr lang="en-US" sz="1600" dirty="0">
                <a:solidFill>
                  <a:srgbClr val="FFFFFF"/>
                </a:solidFill>
              </a:rPr>
              <a:t>QA Team Lead</a:t>
            </a:r>
          </a:p>
          <a:p>
            <a:pPr algn="r"/>
            <a:r>
              <a:rPr lang="en-US" sz="1600" dirty="0">
                <a:solidFill>
                  <a:srgbClr val="FFFFFF"/>
                </a:solidFill>
              </a:rPr>
              <a:t>Kevin McMahon</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176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763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20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1262" y="3496322"/>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4796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89C4E0F-36E1-7549-776A-AE6143303A5C}"/>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b="1" kern="1200">
                <a:solidFill>
                  <a:srgbClr val="FFFFFF"/>
                </a:solidFill>
                <a:latin typeface="+mj-lt"/>
                <a:ea typeface="+mj-ea"/>
                <a:cs typeface="+mj-cs"/>
              </a:rPr>
              <a:t>What Test Automation Frameworks Do</a:t>
            </a:r>
          </a:p>
        </p:txBody>
      </p:sp>
      <p:graphicFrame>
        <p:nvGraphicFramePr>
          <p:cNvPr id="5" name="Text Placeholder 2">
            <a:extLst>
              <a:ext uri="{FF2B5EF4-FFF2-40B4-BE49-F238E27FC236}">
                <a16:creationId xmlns:a16="http://schemas.microsoft.com/office/drawing/2014/main" id="{39AD4EB9-6D02-4B3C-7AAE-EFA46FBA0F64}"/>
              </a:ext>
            </a:extLst>
          </p:cNvPr>
          <p:cNvGraphicFramePr/>
          <p:nvPr>
            <p:extLst>
              <p:ext uri="{D42A27DB-BD31-4B8C-83A1-F6EECF244321}">
                <p14:modId xmlns:p14="http://schemas.microsoft.com/office/powerpoint/2010/main" val="275883984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61294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8CC3D-1E4A-BA4F-2099-A8478C6BE545}"/>
              </a:ext>
            </a:extLst>
          </p:cNvPr>
          <p:cNvSpPr>
            <a:spLocks noGrp="1"/>
          </p:cNvSpPr>
          <p:nvPr>
            <p:ph type="title"/>
          </p:nvPr>
        </p:nvSpPr>
        <p:spPr>
          <a:xfrm>
            <a:off x="6103658" y="741391"/>
            <a:ext cx="5219307" cy="1616203"/>
          </a:xfrm>
        </p:spPr>
        <p:txBody>
          <a:bodyPr vert="horz" lIns="91440" tIns="45720" rIns="91440" bIns="45720" rtlCol="0" anchor="b">
            <a:normAutofit/>
          </a:bodyPr>
          <a:lstStyle/>
          <a:p>
            <a:r>
              <a:rPr lang="en-US" sz="3200" b="1" kern="1200">
                <a:solidFill>
                  <a:schemeClr val="tx1"/>
                </a:solidFill>
                <a:latin typeface="+mj-lt"/>
                <a:ea typeface="+mj-ea"/>
                <a:cs typeface="+mj-cs"/>
              </a:rPr>
              <a:t>Recommendation 1: Playwright</a:t>
            </a:r>
          </a:p>
        </p:txBody>
      </p:sp>
      <p:pic>
        <p:nvPicPr>
          <p:cNvPr id="6" name="Picture 5">
            <a:extLst>
              <a:ext uri="{FF2B5EF4-FFF2-40B4-BE49-F238E27FC236}">
                <a16:creationId xmlns:a16="http://schemas.microsoft.com/office/drawing/2014/main" id="{7270DF07-F477-04A7-6FC5-D9CC9CD7AB7B}"/>
              </a:ext>
            </a:extLst>
          </p:cNvPr>
          <p:cNvPicPr>
            <a:picLocks noChangeAspect="1"/>
          </p:cNvPicPr>
          <p:nvPr/>
        </p:nvPicPr>
        <p:blipFill>
          <a:blip r:embed="rId3"/>
          <a:stretch>
            <a:fillRect/>
          </a:stretch>
        </p:blipFill>
        <p:spPr>
          <a:xfrm>
            <a:off x="790606" y="787114"/>
            <a:ext cx="4401745" cy="5175680"/>
          </a:xfrm>
          <a:prstGeom prst="rect">
            <a:avLst/>
          </a:prstGeom>
        </p:spPr>
      </p:pic>
      <p:grpSp>
        <p:nvGrpSpPr>
          <p:cNvPr id="20" name="Group 19">
            <a:extLst>
              <a:ext uri="{FF2B5EF4-FFF2-40B4-BE49-F238E27FC236}">
                <a16:creationId xmlns:a16="http://schemas.microsoft.com/office/drawing/2014/main" id="{16C73AF9-0D33-5C66-5D79-0D0129904B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21" name="Rectangle 20">
              <a:extLst>
                <a:ext uri="{FF2B5EF4-FFF2-40B4-BE49-F238E27FC236}">
                  <a16:creationId xmlns:a16="http://schemas.microsoft.com/office/drawing/2014/main" id="{ED96FD6F-5EE9-36C7-C200-3111EF6D0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2A39BB2-02C1-8A8B-8021-68446E0474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 name="Text Placeholder 2">
            <a:extLst>
              <a:ext uri="{FF2B5EF4-FFF2-40B4-BE49-F238E27FC236}">
                <a16:creationId xmlns:a16="http://schemas.microsoft.com/office/drawing/2014/main" id="{00C6FE02-F489-B508-1DE1-D07E8ACFE689}"/>
              </a:ext>
            </a:extLst>
          </p:cNvPr>
          <p:cNvGraphicFramePr/>
          <p:nvPr>
            <p:extLst>
              <p:ext uri="{D42A27DB-BD31-4B8C-83A1-F6EECF244321}">
                <p14:modId xmlns:p14="http://schemas.microsoft.com/office/powerpoint/2010/main" val="2146497455"/>
              </p:ext>
            </p:extLst>
          </p:nvPr>
        </p:nvGraphicFramePr>
        <p:xfrm>
          <a:off x="6103657" y="2533475"/>
          <a:ext cx="5219307" cy="34482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59443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F580D1-330A-BC43-FC53-8E7F5C442416}"/>
              </a:ext>
            </a:extLst>
          </p:cNvPr>
          <p:cNvSpPr>
            <a:spLocks noGrp="1"/>
          </p:cNvSpPr>
          <p:nvPr>
            <p:ph type="title"/>
          </p:nvPr>
        </p:nvSpPr>
        <p:spPr>
          <a:xfrm>
            <a:off x="761802" y="240241"/>
            <a:ext cx="10760054" cy="1228299"/>
          </a:xfrm>
        </p:spPr>
        <p:txBody>
          <a:bodyPr vert="horz" lIns="91440" tIns="45720" rIns="91440" bIns="45720" rtlCol="0" anchor="ctr">
            <a:normAutofit/>
          </a:bodyPr>
          <a:lstStyle/>
          <a:p>
            <a:r>
              <a:rPr lang="en-US" sz="4000" b="1" kern="1200">
                <a:solidFill>
                  <a:schemeClr val="tx1"/>
                </a:solidFill>
                <a:latin typeface="+mj-lt"/>
                <a:ea typeface="+mj-ea"/>
                <a:cs typeface="+mj-cs"/>
              </a:rPr>
              <a:t>Recommendation 2: Cypress</a:t>
            </a:r>
          </a:p>
        </p:txBody>
      </p:sp>
      <p:pic>
        <p:nvPicPr>
          <p:cNvPr id="8" name="Picture 7">
            <a:extLst>
              <a:ext uri="{FF2B5EF4-FFF2-40B4-BE49-F238E27FC236}">
                <a16:creationId xmlns:a16="http://schemas.microsoft.com/office/drawing/2014/main" id="{A3AB2B6F-C5C1-F39E-6E3A-A0AA26AC0A30}"/>
              </a:ext>
            </a:extLst>
          </p:cNvPr>
          <p:cNvPicPr>
            <a:picLocks noChangeAspect="1"/>
          </p:cNvPicPr>
          <p:nvPr/>
        </p:nvPicPr>
        <p:blipFill>
          <a:blip r:embed="rId3"/>
          <a:stretch>
            <a:fillRect/>
          </a:stretch>
        </p:blipFill>
        <p:spPr>
          <a:xfrm>
            <a:off x="6343650" y="3000172"/>
            <a:ext cx="5178206" cy="2450018"/>
          </a:xfrm>
          <a:prstGeom prst="rect">
            <a:avLst/>
          </a:prstGeom>
        </p:spPr>
      </p:pic>
      <p:graphicFrame>
        <p:nvGraphicFramePr>
          <p:cNvPr id="6" name="Text Placeholder 2">
            <a:extLst>
              <a:ext uri="{FF2B5EF4-FFF2-40B4-BE49-F238E27FC236}">
                <a16:creationId xmlns:a16="http://schemas.microsoft.com/office/drawing/2014/main" id="{07DA3A6A-2855-A1ED-8C3C-B5817FD04FCD}"/>
              </a:ext>
            </a:extLst>
          </p:cNvPr>
          <p:cNvGraphicFramePr/>
          <p:nvPr>
            <p:extLst>
              <p:ext uri="{D42A27DB-BD31-4B8C-83A1-F6EECF244321}">
                <p14:modId xmlns:p14="http://schemas.microsoft.com/office/powerpoint/2010/main" val="2757121914"/>
              </p:ext>
            </p:extLst>
          </p:nvPr>
        </p:nvGraphicFramePr>
        <p:xfrm>
          <a:off x="761802" y="2321476"/>
          <a:ext cx="4864875" cy="38507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905153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3754E-87F5-7628-0A2D-EA8B6013E51B}"/>
              </a:ext>
            </a:extLst>
          </p:cNvPr>
          <p:cNvSpPr>
            <a:spLocks noGrp="1"/>
          </p:cNvSpPr>
          <p:nvPr>
            <p:ph type="title"/>
          </p:nvPr>
        </p:nvSpPr>
        <p:spPr>
          <a:xfrm>
            <a:off x="838200" y="800993"/>
            <a:ext cx="3687491" cy="1594189"/>
          </a:xfrm>
        </p:spPr>
        <p:txBody>
          <a:bodyPr vert="horz" lIns="91440" tIns="45720" rIns="91440" bIns="45720" rtlCol="0" anchor="t">
            <a:normAutofit/>
          </a:bodyPr>
          <a:lstStyle/>
          <a:p>
            <a:r>
              <a:rPr lang="en-US" sz="3200" b="1"/>
              <a:t>Recommendation 3: Selenium WebDriver</a:t>
            </a:r>
          </a:p>
        </p:txBody>
      </p:sp>
      <p:pic>
        <p:nvPicPr>
          <p:cNvPr id="6" name="Picture 5">
            <a:extLst>
              <a:ext uri="{FF2B5EF4-FFF2-40B4-BE49-F238E27FC236}">
                <a16:creationId xmlns:a16="http://schemas.microsoft.com/office/drawing/2014/main" id="{6A11D817-D8B6-319F-0FCB-405A31507658}"/>
              </a:ext>
            </a:extLst>
          </p:cNvPr>
          <p:cNvPicPr>
            <a:picLocks noChangeAspect="1"/>
          </p:cNvPicPr>
          <p:nvPr/>
        </p:nvPicPr>
        <p:blipFill>
          <a:blip r:embed="rId3"/>
          <a:srcRect t="5168" r="1" b="5357"/>
          <a:stretch>
            <a:fillRect/>
          </a:stretch>
        </p:blipFill>
        <p:spPr>
          <a:xfrm>
            <a:off x="-2" y="2818262"/>
            <a:ext cx="12192002" cy="4039737"/>
          </a:xfrm>
          <a:prstGeom prst="rect">
            <a:avLst/>
          </a:prstGeom>
        </p:spPr>
      </p:pic>
      <p:grpSp>
        <p:nvGrpSpPr>
          <p:cNvPr id="20" name="Group 19">
            <a:extLst>
              <a:ext uri="{FF2B5EF4-FFF2-40B4-BE49-F238E27FC236}">
                <a16:creationId xmlns:a16="http://schemas.microsoft.com/office/drawing/2014/main" id="{F2221BB3-7B5D-C899-7745-66D7AC3232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21" name="Rectangle 20">
              <a:extLst>
                <a:ext uri="{FF2B5EF4-FFF2-40B4-BE49-F238E27FC236}">
                  <a16:creationId xmlns:a16="http://schemas.microsoft.com/office/drawing/2014/main" id="{3FD2D571-38D7-DB0F-166C-14FEDA700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88AEF72-50CD-C201-F6BF-C595BBBED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 name="Text Placeholder 2">
            <a:extLst>
              <a:ext uri="{FF2B5EF4-FFF2-40B4-BE49-F238E27FC236}">
                <a16:creationId xmlns:a16="http://schemas.microsoft.com/office/drawing/2014/main" id="{CBB7B403-B7CC-1A6F-E41B-966AC3F2F42F}"/>
              </a:ext>
            </a:extLst>
          </p:cNvPr>
          <p:cNvGraphicFramePr/>
          <p:nvPr>
            <p:extLst>
              <p:ext uri="{D42A27DB-BD31-4B8C-83A1-F6EECF244321}">
                <p14:modId xmlns:p14="http://schemas.microsoft.com/office/powerpoint/2010/main" val="1300572479"/>
              </p:ext>
            </p:extLst>
          </p:nvPr>
        </p:nvGraphicFramePr>
        <p:xfrm>
          <a:off x="5341546" y="751555"/>
          <a:ext cx="6012254" cy="176645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50882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26" name="Picture 2" descr="Man standing with arrow choices — Stock Photo, Image">
            <a:extLst>
              <a:ext uri="{FF2B5EF4-FFF2-40B4-BE49-F238E27FC236}">
                <a16:creationId xmlns:a16="http://schemas.microsoft.com/office/drawing/2014/main" id="{22191E01-A70C-FD08-AEF0-9B864CBF6F02}"/>
              </a:ext>
            </a:extLst>
          </p:cNvPr>
          <p:cNvPicPr>
            <a:picLocks noChangeAspect="1" noChangeArrowheads="1"/>
          </p:cNvPicPr>
          <p:nvPr/>
        </p:nvPicPr>
        <p:blipFill>
          <a:blip r:embed="rId3">
            <a:duotone>
              <a:prstClr val="black"/>
              <a:schemeClr val="tx2">
                <a:tint val="45000"/>
                <a:satMod val="400000"/>
              </a:schemeClr>
            </a:duotone>
            <a:alphaModFix amt="25000"/>
            <a:extLst>
              <a:ext uri="{28A0092B-C50C-407E-A947-70E740481C1C}">
                <a14:useLocalDpi xmlns:a14="http://schemas.microsoft.com/office/drawing/2010/main" val="0"/>
              </a:ext>
            </a:extLst>
          </a:blip>
          <a:srcRect t="15594" b="137"/>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644673F-5DEA-C9C0-417D-68CAFB7736E5}"/>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b="1"/>
              <a:t>How to Choose the Right Framework</a:t>
            </a:r>
          </a:p>
        </p:txBody>
      </p:sp>
      <p:graphicFrame>
        <p:nvGraphicFramePr>
          <p:cNvPr id="5" name="Text Placeholder 2">
            <a:extLst>
              <a:ext uri="{FF2B5EF4-FFF2-40B4-BE49-F238E27FC236}">
                <a16:creationId xmlns:a16="http://schemas.microsoft.com/office/drawing/2014/main" id="{1ACFE209-92C1-7A3B-6284-C1DD162B1A8A}"/>
              </a:ext>
            </a:extLst>
          </p:cNvPr>
          <p:cNvGraphicFramePr/>
          <p:nvPr>
            <p:extLst>
              <p:ext uri="{D42A27DB-BD31-4B8C-83A1-F6EECF244321}">
                <p14:modId xmlns:p14="http://schemas.microsoft.com/office/powerpoint/2010/main" val="3316061448"/>
              </p:ext>
            </p:extLst>
          </p:nvPr>
        </p:nvGraphicFramePr>
        <p:xfrm>
          <a:off x="517071" y="1393372"/>
          <a:ext cx="11157857" cy="532674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37421047"/>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F636A-3593-BCEC-5A0B-7457D345ABD2}"/>
              </a:ext>
            </a:extLst>
          </p:cNvPr>
          <p:cNvSpPr>
            <a:spLocks noGrp="1"/>
          </p:cNvSpPr>
          <p:nvPr>
            <p:ph type="title"/>
          </p:nvPr>
        </p:nvSpPr>
        <p:spPr>
          <a:xfrm>
            <a:off x="340666" y="230588"/>
            <a:ext cx="4355265" cy="1616203"/>
          </a:xfrm>
        </p:spPr>
        <p:txBody>
          <a:bodyPr vert="horz" lIns="91440" tIns="45720" rIns="91440" bIns="45720" rtlCol="0" anchor="b">
            <a:normAutofit/>
          </a:bodyPr>
          <a:lstStyle/>
          <a:p>
            <a:r>
              <a:rPr lang="en-US" sz="3200" b="1" dirty="0"/>
              <a:t>Conclusion:</a:t>
            </a:r>
          </a:p>
        </p:txBody>
      </p:sp>
      <p:pic>
        <p:nvPicPr>
          <p:cNvPr id="2052" name="Picture 4" descr="online test - recommendations list stock illustrations">
            <a:extLst>
              <a:ext uri="{FF2B5EF4-FFF2-40B4-BE49-F238E27FC236}">
                <a16:creationId xmlns:a16="http://schemas.microsoft.com/office/drawing/2014/main" id="{061B3A24-D349-4E65-B21C-D59561EAA3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437" r="23673" b="-1"/>
          <a:stretch>
            <a:fillRect/>
          </a:stretch>
        </p:blipFill>
        <p:spPr bwMode="auto">
          <a:xfrm>
            <a:off x="6096000" y="10"/>
            <a:ext cx="6095999" cy="6857990"/>
          </a:xfrm>
          <a:prstGeom prst="rect">
            <a:avLst/>
          </a:prstGeom>
          <a:noFill/>
          <a:extLst>
            <a:ext uri="{909E8E84-426E-40DD-AFC4-6F175D3DCCD1}">
              <a14:hiddenFill xmlns:a14="http://schemas.microsoft.com/office/drawing/2010/main">
                <a:solidFill>
                  <a:srgbClr val="FFFFFF"/>
                </a:solidFill>
              </a14:hiddenFill>
            </a:ext>
          </a:extLst>
        </p:spPr>
      </p:pic>
      <p:sp>
        <p:nvSpPr>
          <p:cNvPr id="2057" name="Rectangle 2056">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69424" y="3028872"/>
            <a:ext cx="1559464" cy="6106313"/>
          </a:xfrm>
          <a:prstGeom prst="rect">
            <a:avLst/>
          </a:prstGeom>
          <a:gradFill>
            <a:gsLst>
              <a:gs pos="0">
                <a:schemeClr val="accent5">
                  <a:alpha val="77000"/>
                </a:schemeClr>
              </a:gs>
              <a:gs pos="57000">
                <a:schemeClr val="accent5">
                  <a:lumMod val="60000"/>
                  <a:lumOff val="40000"/>
                  <a:alpha val="0"/>
                </a:schemeClr>
              </a:gs>
            </a:gsLst>
            <a:lin ang="11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9C3A50E9-9119-7BC3-083B-2D84CCC78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15441" y="-3760"/>
            <a:ext cx="2176557" cy="6857999"/>
          </a:xfrm>
          <a:prstGeom prst="rect">
            <a:avLst/>
          </a:prstGeom>
          <a:gradFill flip="none" rotWithShape="1">
            <a:gsLst>
              <a:gs pos="0">
                <a:schemeClr val="accent2"/>
              </a:gs>
              <a:gs pos="40000">
                <a:schemeClr val="accent2">
                  <a:alpha val="0"/>
                </a:schemeClr>
              </a:gs>
            </a:gsLst>
            <a:lin ang="11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096000" y="5502302"/>
            <a:ext cx="6106314" cy="1359456"/>
          </a:xfrm>
          <a:prstGeom prst="rect">
            <a:avLst/>
          </a:prstGeom>
          <a:gradFill flip="none" rotWithShape="1">
            <a:gsLst>
              <a:gs pos="0">
                <a:schemeClr val="accent2">
                  <a:alpha val="89000"/>
                </a:schemeClr>
              </a:gs>
              <a:gs pos="38000">
                <a:schemeClr val="accent5">
                  <a:lumMod val="60000"/>
                  <a:lumOff val="40000"/>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063" name="Rectangle 2062">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026892" y="2939627"/>
            <a:ext cx="3162908" cy="3914612"/>
          </a:xfrm>
          <a:prstGeom prst="rect">
            <a:avLst/>
          </a:prstGeom>
          <a:gradFill flip="none" rotWithShape="1">
            <a:gsLst>
              <a:gs pos="0">
                <a:schemeClr val="accent5">
                  <a:lumMod val="60000"/>
                  <a:lumOff val="40000"/>
                </a:schemeClr>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aphicFrame>
        <p:nvGraphicFramePr>
          <p:cNvPr id="5" name="Text Placeholder 2">
            <a:extLst>
              <a:ext uri="{FF2B5EF4-FFF2-40B4-BE49-F238E27FC236}">
                <a16:creationId xmlns:a16="http://schemas.microsoft.com/office/drawing/2014/main" id="{BE75C245-2A1D-79BD-92C0-D2D2A5A0126D}"/>
              </a:ext>
            </a:extLst>
          </p:cNvPr>
          <p:cNvGraphicFramePr/>
          <p:nvPr>
            <p:extLst>
              <p:ext uri="{D42A27DB-BD31-4B8C-83A1-F6EECF244321}">
                <p14:modId xmlns:p14="http://schemas.microsoft.com/office/powerpoint/2010/main" val="1323084145"/>
              </p:ext>
            </p:extLst>
          </p:nvPr>
        </p:nvGraphicFramePr>
        <p:xfrm>
          <a:off x="582113" y="2308072"/>
          <a:ext cx="5019611" cy="424710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597337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09CFCDAF-46CE-4056-866C-5EE9122FDC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a:extLst>
              <a:ext uri="{FF2B5EF4-FFF2-40B4-BE49-F238E27FC236}">
                <a16:creationId xmlns:a16="http://schemas.microsoft.com/office/drawing/2014/main" id="{9F587EB1-1674-4B8B-88AD-2A81FFFB5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347D0E0F-EA91-B93C-1D6C-46C59E0F6198}"/>
              </a:ext>
            </a:extLst>
          </p:cNvPr>
          <p:cNvPicPr>
            <a:picLocks noChangeAspect="1"/>
          </p:cNvPicPr>
          <p:nvPr/>
        </p:nvPicPr>
        <p:blipFill>
          <a:blip r:embed="rId3">
            <a:duotone>
              <a:schemeClr val="accent1">
                <a:shade val="45000"/>
                <a:satMod val="135000"/>
              </a:schemeClr>
              <a:prstClr val="white"/>
            </a:duotone>
            <a:alphaModFix amt="35000"/>
          </a:blip>
          <a:srcRect t="1974" b="12474"/>
          <a:stretch>
            <a:fillRect/>
          </a:stretch>
        </p:blipFill>
        <p:spPr>
          <a:xfrm>
            <a:off x="20" y="10"/>
            <a:ext cx="12191981" cy="6857989"/>
          </a:xfrm>
          <a:prstGeom prst="rect">
            <a:avLst/>
          </a:prstGeom>
        </p:spPr>
      </p:pic>
      <p:sp>
        <p:nvSpPr>
          <p:cNvPr id="2" name="Title 1">
            <a:extLst>
              <a:ext uri="{FF2B5EF4-FFF2-40B4-BE49-F238E27FC236}">
                <a16:creationId xmlns:a16="http://schemas.microsoft.com/office/drawing/2014/main" id="{13A582CC-27D4-E316-19C4-A7AAC82D9BA4}"/>
              </a:ext>
            </a:extLst>
          </p:cNvPr>
          <p:cNvSpPr>
            <a:spLocks noGrp="1"/>
          </p:cNvSpPr>
          <p:nvPr>
            <p:ph type="title"/>
          </p:nvPr>
        </p:nvSpPr>
        <p:spPr>
          <a:xfrm>
            <a:off x="838199" y="381934"/>
            <a:ext cx="5257801" cy="5181523"/>
          </a:xfrm>
        </p:spPr>
        <p:txBody>
          <a:bodyPr vert="horz" lIns="91440" tIns="45720" rIns="91440" bIns="45720" rtlCol="0" anchor="b">
            <a:normAutofit/>
          </a:bodyPr>
          <a:lstStyle/>
          <a:p>
            <a:r>
              <a:rPr lang="en-US" sz="8000" b="1">
                <a:solidFill>
                  <a:srgbClr val="FFFFFF"/>
                </a:solidFill>
              </a:rPr>
              <a:t>References</a:t>
            </a:r>
          </a:p>
        </p:txBody>
      </p:sp>
      <p:cxnSp>
        <p:nvCxnSpPr>
          <p:cNvPr id="30" name="Straight Connector 29">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73056"/>
            <a:ext cx="0" cy="6476066"/>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3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2814" y="74031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1594" y="969611"/>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07274" y="14847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DD65B8BF-5930-5ED9-C910-5AC13F0FF931}"/>
              </a:ext>
            </a:extLst>
          </p:cNvPr>
          <p:cNvSpPr/>
          <p:nvPr/>
        </p:nvSpPr>
        <p:spPr>
          <a:xfrm>
            <a:off x="7229042" y="698643"/>
            <a:ext cx="4124758" cy="5301467"/>
          </a:xfrm>
          <a:prstGeom prst="rect">
            <a:avLst/>
          </a:prstGeom>
        </p:spPr>
        <p:txBody>
          <a:bodyPr vert="horz" lIns="91440" tIns="45720" rIns="91440" bIns="45720" rtlCol="0" anchor="b">
            <a:normAutofit fontScale="92500" lnSpcReduction="20000"/>
          </a:bodyPr>
          <a:lstStyle/>
          <a:p>
            <a:pPr lvl="0" indent="-228600">
              <a:lnSpc>
                <a:spcPct val="90000"/>
              </a:lnSpc>
              <a:spcAft>
                <a:spcPts val="600"/>
              </a:spcAft>
              <a:buFont typeface="Arial" panose="020B0604020202020204" pitchFamily="34" charset="0"/>
              <a:buChar char="•"/>
            </a:pPr>
            <a:r>
              <a:rPr lang="en-US" sz="2000" dirty="0">
                <a:solidFill>
                  <a:srgbClr val="FFFFFF"/>
                </a:solidFill>
              </a:rPr>
              <a:t>Cypress.io. (n.d.). Cypress documentation. </a:t>
            </a:r>
            <a:r>
              <a:rPr lang="en-US" sz="2000" dirty="0">
                <a:solidFill>
                  <a:srgbClr val="FFFFFF"/>
                </a:solidFill>
                <a:hlinkClick r:id="rId4"/>
              </a:rPr>
              <a:t>https://docs.cypress.io/</a:t>
            </a:r>
            <a:endParaRPr lang="en-US" sz="2000" dirty="0">
              <a:solidFill>
                <a:srgbClr val="FFFFFF"/>
              </a:solidFill>
            </a:endParaRPr>
          </a:p>
          <a:p>
            <a:pPr lvl="0">
              <a:lnSpc>
                <a:spcPct val="90000"/>
              </a:lnSpc>
              <a:spcAft>
                <a:spcPts val="600"/>
              </a:spcAft>
            </a:pPr>
            <a:endParaRPr lang="en-US" sz="2000" dirty="0">
              <a:solidFill>
                <a:srgbClr val="FFFFFF"/>
              </a:solidFill>
            </a:endParaRPr>
          </a:p>
          <a:p>
            <a:pPr lvl="0" indent="-228600">
              <a:lnSpc>
                <a:spcPct val="90000"/>
              </a:lnSpc>
              <a:spcAft>
                <a:spcPts val="600"/>
              </a:spcAft>
              <a:buFont typeface="Arial" panose="020B0604020202020204" pitchFamily="34" charset="0"/>
              <a:buChar char="•"/>
            </a:pPr>
            <a:r>
              <a:rPr lang="en-US" sz="2000" dirty="0">
                <a:solidFill>
                  <a:srgbClr val="FFFFFF"/>
                </a:solidFill>
              </a:rPr>
              <a:t>JUnit Team. (n.d.). JUnit 5 user guide. </a:t>
            </a:r>
            <a:r>
              <a:rPr lang="en-US" sz="2000" dirty="0">
                <a:solidFill>
                  <a:srgbClr val="FFFFFF"/>
                </a:solidFill>
                <a:hlinkClick r:id="rId5"/>
              </a:rPr>
              <a:t>https://junit.org/junit5/docs/current/user-guide/</a:t>
            </a:r>
            <a:endParaRPr lang="en-US" sz="2000" dirty="0">
              <a:solidFill>
                <a:srgbClr val="FFFFFF"/>
              </a:solidFill>
            </a:endParaRPr>
          </a:p>
          <a:p>
            <a:pPr lvl="0">
              <a:lnSpc>
                <a:spcPct val="90000"/>
              </a:lnSpc>
              <a:spcAft>
                <a:spcPts val="600"/>
              </a:spcAft>
            </a:pPr>
            <a:endParaRPr lang="en-US" sz="2000" dirty="0">
              <a:solidFill>
                <a:srgbClr val="FFFFFF"/>
              </a:solidFill>
            </a:endParaRPr>
          </a:p>
          <a:p>
            <a:pPr lvl="0" indent="-228600">
              <a:lnSpc>
                <a:spcPct val="90000"/>
              </a:lnSpc>
              <a:spcAft>
                <a:spcPts val="600"/>
              </a:spcAft>
              <a:buFont typeface="Arial" panose="020B0604020202020204" pitchFamily="34" charset="0"/>
              <a:buChar char="•"/>
            </a:pPr>
            <a:r>
              <a:rPr lang="en-US" sz="2000" dirty="0">
                <a:solidFill>
                  <a:srgbClr val="FFFFFF"/>
                </a:solidFill>
              </a:rPr>
              <a:t>Microsoft. (n.d.). Playwright documentation. </a:t>
            </a:r>
            <a:r>
              <a:rPr lang="en-US" sz="2000" dirty="0">
                <a:solidFill>
                  <a:srgbClr val="FFFFFF"/>
                </a:solidFill>
                <a:hlinkClick r:id="rId6"/>
              </a:rPr>
              <a:t>https://playwright.dev/</a:t>
            </a:r>
            <a:endParaRPr lang="en-US" sz="2000" dirty="0">
              <a:solidFill>
                <a:srgbClr val="FFFFFF"/>
              </a:solidFill>
            </a:endParaRPr>
          </a:p>
          <a:p>
            <a:pPr lvl="0">
              <a:lnSpc>
                <a:spcPct val="90000"/>
              </a:lnSpc>
              <a:spcAft>
                <a:spcPts val="600"/>
              </a:spcAft>
            </a:pPr>
            <a:endParaRPr lang="en-US" sz="2000" dirty="0">
              <a:solidFill>
                <a:srgbClr val="FFFFFF"/>
              </a:solidFill>
            </a:endParaRPr>
          </a:p>
          <a:p>
            <a:pPr lvl="0" indent="-228600">
              <a:lnSpc>
                <a:spcPct val="90000"/>
              </a:lnSpc>
              <a:spcAft>
                <a:spcPts val="600"/>
              </a:spcAft>
              <a:buFont typeface="Arial" panose="020B0604020202020204" pitchFamily="34" charset="0"/>
              <a:buChar char="•"/>
            </a:pPr>
            <a:r>
              <a:rPr lang="en-US" sz="2000" dirty="0">
                <a:solidFill>
                  <a:srgbClr val="FFFFFF"/>
                </a:solidFill>
              </a:rPr>
              <a:t>Selenium. (n.d.). Selenium documentation. </a:t>
            </a:r>
            <a:r>
              <a:rPr lang="en-US" sz="2000" dirty="0">
                <a:solidFill>
                  <a:srgbClr val="FFFFFF"/>
                </a:solidFill>
                <a:hlinkClick r:id="rId7"/>
              </a:rPr>
              <a:t>https://www.selenium.dev/</a:t>
            </a:r>
            <a:endParaRPr lang="en-US" sz="2000" dirty="0">
              <a:solidFill>
                <a:srgbClr val="FFFFFF"/>
              </a:solidFill>
            </a:endParaRPr>
          </a:p>
          <a:p>
            <a:pPr lvl="0">
              <a:lnSpc>
                <a:spcPct val="90000"/>
              </a:lnSpc>
              <a:spcAft>
                <a:spcPts val="600"/>
              </a:spcAft>
            </a:pPr>
            <a:endParaRPr lang="en-US" sz="2000" dirty="0">
              <a:solidFill>
                <a:srgbClr val="FFFFFF"/>
              </a:solidFill>
            </a:endParaRPr>
          </a:p>
          <a:p>
            <a:pPr lvl="0" indent="-228600">
              <a:lnSpc>
                <a:spcPct val="90000"/>
              </a:lnSpc>
              <a:spcAft>
                <a:spcPts val="600"/>
              </a:spcAft>
              <a:buFont typeface="Arial" panose="020B0604020202020204" pitchFamily="34" charset="0"/>
              <a:buChar char="•"/>
            </a:pPr>
            <a:r>
              <a:rPr lang="en-US" sz="2000" dirty="0">
                <a:solidFill>
                  <a:srgbClr val="FFFFFF"/>
                </a:solidFill>
              </a:rPr>
              <a:t>Wikipedia (n.d.). Test automation. </a:t>
            </a:r>
            <a:r>
              <a:rPr lang="en-US" sz="2000" dirty="0">
                <a:solidFill>
                  <a:srgbClr val="FFFFFF"/>
                </a:solidFill>
                <a:hlinkClick r:id="rId8"/>
              </a:rPr>
              <a:t>https://en.wikipedia.org/wiki/Test_automation</a:t>
            </a:r>
            <a:endParaRPr lang="en-US" sz="2000" dirty="0">
              <a:solidFill>
                <a:srgbClr val="FFFFFF"/>
              </a:solidFill>
            </a:endParaRPr>
          </a:p>
          <a:p>
            <a:pPr lvl="0">
              <a:lnSpc>
                <a:spcPct val="90000"/>
              </a:lnSpc>
              <a:spcAft>
                <a:spcPts val="600"/>
              </a:spcAft>
            </a:pPr>
            <a:endParaRPr lang="en-US" sz="2000" dirty="0">
              <a:solidFill>
                <a:srgbClr val="FFFFFF"/>
              </a:solidFill>
            </a:endParaRPr>
          </a:p>
        </p:txBody>
      </p:sp>
    </p:spTree>
    <p:extLst>
      <p:ext uri="{BB962C8B-B14F-4D97-AF65-F5344CB8AC3E}">
        <p14:creationId xmlns:p14="http://schemas.microsoft.com/office/powerpoint/2010/main" val="39802501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1632</Words>
  <Application>Microsoft Office PowerPoint</Application>
  <PresentationFormat>Widescreen</PresentationFormat>
  <Paragraphs>125</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Calibri</vt:lpstr>
      <vt:lpstr>Office Theme</vt:lpstr>
      <vt:lpstr>Test Automation Framework Recommendations</vt:lpstr>
      <vt:lpstr>What Test Automation Frameworks Do</vt:lpstr>
      <vt:lpstr>Recommendation 1: Playwright</vt:lpstr>
      <vt:lpstr>Recommendation 2: Cypress</vt:lpstr>
      <vt:lpstr>Recommendation 3: Selenium WebDriver</vt:lpstr>
      <vt:lpstr>How to Choose the Right Framework</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Kevin McMahon</dc:creator>
  <cp:lastModifiedBy>Kevin McMahon</cp:lastModifiedBy>
  <cp:revision>1</cp:revision>
  <dcterms:created xsi:type="dcterms:W3CDTF">2026-02-09T00:31:37Z</dcterms:created>
  <dcterms:modified xsi:type="dcterms:W3CDTF">2026-02-09T01:18:08Z</dcterms:modified>
</cp:coreProperties>
</file>