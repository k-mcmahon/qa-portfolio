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75780" autoAdjust="0"/>
  </p:normalViewPr>
  <p:slideViewPr>
    <p:cSldViewPr snapToGrid="0">
      <p:cViewPr varScale="1">
        <p:scale>
          <a:sx n="118" d="100"/>
          <a:sy n="118" d="100"/>
        </p:scale>
        <p:origin x="1884"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0.svg"/></Relationships>
</file>

<file path=ppt/diagrams/_rels/data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5.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68619B64-0442-4DFD-8350-3721DE81DA8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6AC9E00-36F7-4408-8AF9-D842C2DEE46B}">
      <dgm:prSet/>
      <dgm:spPr/>
      <dgm:t>
        <a:bodyPr/>
        <a:lstStyle/>
        <a:p>
          <a:r>
            <a:rPr lang="en-US"/>
            <a:t>Process definition</a:t>
          </a:r>
        </a:p>
      </dgm:t>
    </dgm:pt>
    <dgm:pt modelId="{112C1609-D64E-4207-8EBA-85E8F7816CD5}" type="parTrans" cxnId="{F218E73C-4B56-4E23-9075-8A8694F40266}">
      <dgm:prSet/>
      <dgm:spPr/>
      <dgm:t>
        <a:bodyPr/>
        <a:lstStyle/>
        <a:p>
          <a:endParaRPr lang="en-US"/>
        </a:p>
      </dgm:t>
    </dgm:pt>
    <dgm:pt modelId="{94CE4CBB-6BE3-4C9D-A692-59F691FB0A5D}" type="sibTrans" cxnId="{F218E73C-4B56-4E23-9075-8A8694F40266}">
      <dgm:prSet/>
      <dgm:spPr/>
      <dgm:t>
        <a:bodyPr/>
        <a:lstStyle/>
        <a:p>
          <a:endParaRPr lang="en-US"/>
        </a:p>
      </dgm:t>
    </dgm:pt>
    <dgm:pt modelId="{BF00349A-4F2B-4F21-A086-65E1CB422505}">
      <dgm:prSet/>
      <dgm:spPr/>
      <dgm:t>
        <a:bodyPr/>
        <a:lstStyle/>
        <a:p>
          <a:r>
            <a:rPr lang="en-US"/>
            <a:t>Process training</a:t>
          </a:r>
        </a:p>
      </dgm:t>
    </dgm:pt>
    <dgm:pt modelId="{0B906215-DE07-45FD-96E0-7241C861E60D}" type="parTrans" cxnId="{8A71DD58-5A1D-4A2C-AF17-D1B5D6B265D8}">
      <dgm:prSet/>
      <dgm:spPr/>
      <dgm:t>
        <a:bodyPr/>
        <a:lstStyle/>
        <a:p>
          <a:endParaRPr lang="en-US"/>
        </a:p>
      </dgm:t>
    </dgm:pt>
    <dgm:pt modelId="{DB8B9636-9B7B-4604-8A0A-855AB8F84D35}" type="sibTrans" cxnId="{8A71DD58-5A1D-4A2C-AF17-D1B5D6B265D8}">
      <dgm:prSet/>
      <dgm:spPr/>
      <dgm:t>
        <a:bodyPr/>
        <a:lstStyle/>
        <a:p>
          <a:endParaRPr lang="en-US"/>
        </a:p>
      </dgm:t>
    </dgm:pt>
    <dgm:pt modelId="{D7FB575C-7BF1-48E9-8F42-7A396412E35D}">
      <dgm:prSet/>
      <dgm:spPr/>
      <dgm:t>
        <a:bodyPr/>
        <a:lstStyle/>
        <a:p>
          <a:r>
            <a:rPr lang="en-US"/>
            <a:t>Process implementation</a:t>
          </a:r>
        </a:p>
      </dgm:t>
    </dgm:pt>
    <dgm:pt modelId="{582996D3-6314-413D-9078-9BD15D21FD1F}" type="parTrans" cxnId="{431FE27E-2B9E-4863-864D-61798B62AE87}">
      <dgm:prSet/>
      <dgm:spPr/>
      <dgm:t>
        <a:bodyPr/>
        <a:lstStyle/>
        <a:p>
          <a:endParaRPr lang="en-US"/>
        </a:p>
      </dgm:t>
    </dgm:pt>
    <dgm:pt modelId="{87839279-1159-4CA7-B404-777A203AB80B}" type="sibTrans" cxnId="{431FE27E-2B9E-4863-864D-61798B62AE87}">
      <dgm:prSet/>
      <dgm:spPr/>
      <dgm:t>
        <a:bodyPr/>
        <a:lstStyle/>
        <a:p>
          <a:endParaRPr lang="en-US"/>
        </a:p>
      </dgm:t>
    </dgm:pt>
    <dgm:pt modelId="{DBBA2C69-D9EB-4350-93B0-142B4357EA8D}">
      <dgm:prSet/>
      <dgm:spPr/>
      <dgm:t>
        <a:bodyPr/>
        <a:lstStyle/>
        <a:p>
          <a:r>
            <a:rPr lang="en-US"/>
            <a:t>Process audit</a:t>
          </a:r>
        </a:p>
      </dgm:t>
    </dgm:pt>
    <dgm:pt modelId="{8D7435EB-2F67-4B57-9FA8-103FC9880412}" type="parTrans" cxnId="{1C1AAF4D-E793-47ED-9FA4-93FA7251C65E}">
      <dgm:prSet/>
      <dgm:spPr/>
      <dgm:t>
        <a:bodyPr/>
        <a:lstStyle/>
        <a:p>
          <a:endParaRPr lang="en-US"/>
        </a:p>
      </dgm:t>
    </dgm:pt>
    <dgm:pt modelId="{DEC7CF2E-DBC8-4874-BC35-2D885FB5C7A4}" type="sibTrans" cxnId="{1C1AAF4D-E793-47ED-9FA4-93FA7251C65E}">
      <dgm:prSet/>
      <dgm:spPr/>
      <dgm:t>
        <a:bodyPr/>
        <a:lstStyle/>
        <a:p>
          <a:endParaRPr lang="en-US"/>
        </a:p>
      </dgm:t>
    </dgm:pt>
    <dgm:pt modelId="{9882F21B-BE11-4CA8-BBBD-C3ADDF945888}" type="pres">
      <dgm:prSet presAssocID="{68619B64-0442-4DFD-8350-3721DE81DA8A}" presName="linear" presStyleCnt="0">
        <dgm:presLayoutVars>
          <dgm:animLvl val="lvl"/>
          <dgm:resizeHandles val="exact"/>
        </dgm:presLayoutVars>
      </dgm:prSet>
      <dgm:spPr/>
    </dgm:pt>
    <dgm:pt modelId="{A1747BDC-16D2-452E-BB5B-6A0F1D66531B}" type="pres">
      <dgm:prSet presAssocID="{76AC9E00-36F7-4408-8AF9-D842C2DEE46B}" presName="parentText" presStyleLbl="node1" presStyleIdx="0" presStyleCnt="4">
        <dgm:presLayoutVars>
          <dgm:chMax val="0"/>
          <dgm:bulletEnabled val="1"/>
        </dgm:presLayoutVars>
      </dgm:prSet>
      <dgm:spPr/>
    </dgm:pt>
    <dgm:pt modelId="{803DB494-472F-4916-837C-3A86C316BCFA}" type="pres">
      <dgm:prSet presAssocID="{94CE4CBB-6BE3-4C9D-A692-59F691FB0A5D}" presName="spacer" presStyleCnt="0"/>
      <dgm:spPr/>
    </dgm:pt>
    <dgm:pt modelId="{5390EF70-92BD-4DEB-BA72-2BFE10D918F5}" type="pres">
      <dgm:prSet presAssocID="{BF00349A-4F2B-4F21-A086-65E1CB422505}" presName="parentText" presStyleLbl="node1" presStyleIdx="1" presStyleCnt="4">
        <dgm:presLayoutVars>
          <dgm:chMax val="0"/>
          <dgm:bulletEnabled val="1"/>
        </dgm:presLayoutVars>
      </dgm:prSet>
      <dgm:spPr/>
    </dgm:pt>
    <dgm:pt modelId="{A48674A3-5123-43A9-B137-1964E15C30F7}" type="pres">
      <dgm:prSet presAssocID="{DB8B9636-9B7B-4604-8A0A-855AB8F84D35}" presName="spacer" presStyleCnt="0"/>
      <dgm:spPr/>
    </dgm:pt>
    <dgm:pt modelId="{F24ED1B3-5FBF-40CD-B2FF-0BE664C8401E}" type="pres">
      <dgm:prSet presAssocID="{D7FB575C-7BF1-48E9-8F42-7A396412E35D}" presName="parentText" presStyleLbl="node1" presStyleIdx="2" presStyleCnt="4">
        <dgm:presLayoutVars>
          <dgm:chMax val="0"/>
          <dgm:bulletEnabled val="1"/>
        </dgm:presLayoutVars>
      </dgm:prSet>
      <dgm:spPr/>
    </dgm:pt>
    <dgm:pt modelId="{46742B53-7BFC-46A3-B611-A36B236B52FB}" type="pres">
      <dgm:prSet presAssocID="{87839279-1159-4CA7-B404-777A203AB80B}" presName="spacer" presStyleCnt="0"/>
      <dgm:spPr/>
    </dgm:pt>
    <dgm:pt modelId="{4E3207B2-3718-4ED6-AAFD-17B148B05BB2}" type="pres">
      <dgm:prSet presAssocID="{DBBA2C69-D9EB-4350-93B0-142B4357EA8D}" presName="parentText" presStyleLbl="node1" presStyleIdx="3" presStyleCnt="4">
        <dgm:presLayoutVars>
          <dgm:chMax val="0"/>
          <dgm:bulletEnabled val="1"/>
        </dgm:presLayoutVars>
      </dgm:prSet>
      <dgm:spPr/>
    </dgm:pt>
  </dgm:ptLst>
  <dgm:cxnLst>
    <dgm:cxn modelId="{F633240F-E6CA-4637-8232-A9645F5BF5EC}" type="presOf" srcId="{DBBA2C69-D9EB-4350-93B0-142B4357EA8D}" destId="{4E3207B2-3718-4ED6-AAFD-17B148B05BB2}" srcOrd="0" destOrd="0" presId="urn:microsoft.com/office/officeart/2005/8/layout/vList2"/>
    <dgm:cxn modelId="{2D106E20-1E8C-4E1E-BE98-F0E629C536FA}" type="presOf" srcId="{D7FB575C-7BF1-48E9-8F42-7A396412E35D}" destId="{F24ED1B3-5FBF-40CD-B2FF-0BE664C8401E}" srcOrd="0" destOrd="0" presId="urn:microsoft.com/office/officeart/2005/8/layout/vList2"/>
    <dgm:cxn modelId="{F218E73C-4B56-4E23-9075-8A8694F40266}" srcId="{68619B64-0442-4DFD-8350-3721DE81DA8A}" destId="{76AC9E00-36F7-4408-8AF9-D842C2DEE46B}" srcOrd="0" destOrd="0" parTransId="{112C1609-D64E-4207-8EBA-85E8F7816CD5}" sibTransId="{94CE4CBB-6BE3-4C9D-A692-59F691FB0A5D}"/>
    <dgm:cxn modelId="{1C1AAF4D-E793-47ED-9FA4-93FA7251C65E}" srcId="{68619B64-0442-4DFD-8350-3721DE81DA8A}" destId="{DBBA2C69-D9EB-4350-93B0-142B4357EA8D}" srcOrd="3" destOrd="0" parTransId="{8D7435EB-2F67-4B57-9FA8-103FC9880412}" sibTransId="{DEC7CF2E-DBC8-4874-BC35-2D885FB5C7A4}"/>
    <dgm:cxn modelId="{8A71DD58-5A1D-4A2C-AF17-D1B5D6B265D8}" srcId="{68619B64-0442-4DFD-8350-3721DE81DA8A}" destId="{BF00349A-4F2B-4F21-A086-65E1CB422505}" srcOrd="1" destOrd="0" parTransId="{0B906215-DE07-45FD-96E0-7241C861E60D}" sibTransId="{DB8B9636-9B7B-4604-8A0A-855AB8F84D35}"/>
    <dgm:cxn modelId="{431FE27E-2B9E-4863-864D-61798B62AE87}" srcId="{68619B64-0442-4DFD-8350-3721DE81DA8A}" destId="{D7FB575C-7BF1-48E9-8F42-7A396412E35D}" srcOrd="2" destOrd="0" parTransId="{582996D3-6314-413D-9078-9BD15D21FD1F}" sibTransId="{87839279-1159-4CA7-B404-777A203AB80B}"/>
    <dgm:cxn modelId="{38881C88-2947-4B5F-9F52-D839FFDC9E10}" type="presOf" srcId="{76AC9E00-36F7-4408-8AF9-D842C2DEE46B}" destId="{A1747BDC-16D2-452E-BB5B-6A0F1D66531B}" srcOrd="0" destOrd="0" presId="urn:microsoft.com/office/officeart/2005/8/layout/vList2"/>
    <dgm:cxn modelId="{397118A1-6AE3-40EE-80D8-E83193294351}" type="presOf" srcId="{BF00349A-4F2B-4F21-A086-65E1CB422505}" destId="{5390EF70-92BD-4DEB-BA72-2BFE10D918F5}" srcOrd="0" destOrd="0" presId="urn:microsoft.com/office/officeart/2005/8/layout/vList2"/>
    <dgm:cxn modelId="{A5FBE6E4-06E3-48A0-BBA0-7EE375D0E499}" type="presOf" srcId="{68619B64-0442-4DFD-8350-3721DE81DA8A}" destId="{9882F21B-BE11-4CA8-BBBD-C3ADDF945888}" srcOrd="0" destOrd="0" presId="urn:microsoft.com/office/officeart/2005/8/layout/vList2"/>
    <dgm:cxn modelId="{732E96FF-6478-4E62-A95D-B1EDE38B4A4C}" type="presParOf" srcId="{9882F21B-BE11-4CA8-BBBD-C3ADDF945888}" destId="{A1747BDC-16D2-452E-BB5B-6A0F1D66531B}" srcOrd="0" destOrd="0" presId="urn:microsoft.com/office/officeart/2005/8/layout/vList2"/>
    <dgm:cxn modelId="{AB9B68EB-B6B1-4791-B2C4-10409D062EFA}" type="presParOf" srcId="{9882F21B-BE11-4CA8-BBBD-C3ADDF945888}" destId="{803DB494-472F-4916-837C-3A86C316BCFA}" srcOrd="1" destOrd="0" presId="urn:microsoft.com/office/officeart/2005/8/layout/vList2"/>
    <dgm:cxn modelId="{1409860D-ED78-490C-B2D7-54D158D1571E}" type="presParOf" srcId="{9882F21B-BE11-4CA8-BBBD-C3ADDF945888}" destId="{5390EF70-92BD-4DEB-BA72-2BFE10D918F5}" srcOrd="2" destOrd="0" presId="urn:microsoft.com/office/officeart/2005/8/layout/vList2"/>
    <dgm:cxn modelId="{FCA58B63-176A-47AB-97C3-E632313FC0DC}" type="presParOf" srcId="{9882F21B-BE11-4CA8-BBBD-C3ADDF945888}" destId="{A48674A3-5123-43A9-B137-1964E15C30F7}" srcOrd="3" destOrd="0" presId="urn:microsoft.com/office/officeart/2005/8/layout/vList2"/>
    <dgm:cxn modelId="{34F68965-BB70-4D1F-B1F8-BF504AF66233}" type="presParOf" srcId="{9882F21B-BE11-4CA8-BBBD-C3ADDF945888}" destId="{F24ED1B3-5FBF-40CD-B2FF-0BE664C8401E}" srcOrd="4" destOrd="0" presId="urn:microsoft.com/office/officeart/2005/8/layout/vList2"/>
    <dgm:cxn modelId="{3F065DD4-2856-4568-99FF-E2FE0AF3A56C}" type="presParOf" srcId="{9882F21B-BE11-4CA8-BBBD-C3ADDF945888}" destId="{46742B53-7BFC-46A3-B611-A36B236B52FB}" srcOrd="5" destOrd="0" presId="urn:microsoft.com/office/officeart/2005/8/layout/vList2"/>
    <dgm:cxn modelId="{1F02AFBE-75EB-4F4F-9824-EC4A8CC22FEE}" type="presParOf" srcId="{9882F21B-BE11-4CA8-BBBD-C3ADDF945888}" destId="{4E3207B2-3718-4ED6-AAFD-17B148B05BB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9537AE-C854-4A3F-8C63-349166824321}"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97D0716E-6686-4195-AE1D-E25DB44C21BE}">
      <dgm:prSet/>
      <dgm:spPr/>
      <dgm:t>
        <a:bodyPr/>
        <a:lstStyle/>
        <a:p>
          <a:pPr>
            <a:defRPr cap="all"/>
          </a:pPr>
          <a:r>
            <a:rPr lang="en-US" dirty="0"/>
            <a:t>Project-specific quality process</a:t>
          </a:r>
        </a:p>
      </dgm:t>
    </dgm:pt>
    <dgm:pt modelId="{32FC02DF-9DDB-4C4E-A4E2-77A19A007084}" type="parTrans" cxnId="{3EFDF946-ED1C-4A5F-AC1A-19510C4FB223}">
      <dgm:prSet/>
      <dgm:spPr/>
      <dgm:t>
        <a:bodyPr/>
        <a:lstStyle/>
        <a:p>
          <a:endParaRPr lang="en-US"/>
        </a:p>
      </dgm:t>
    </dgm:pt>
    <dgm:pt modelId="{3E06C76F-4863-4DA9-AD5A-1BAEB372C14D}" type="sibTrans" cxnId="{3EFDF946-ED1C-4A5F-AC1A-19510C4FB223}">
      <dgm:prSet/>
      <dgm:spPr/>
      <dgm:t>
        <a:bodyPr/>
        <a:lstStyle/>
        <a:p>
          <a:endParaRPr lang="en-US"/>
        </a:p>
      </dgm:t>
    </dgm:pt>
    <dgm:pt modelId="{68FA1895-B5C1-47EE-B171-E4EA2C3E2620}">
      <dgm:prSet/>
      <dgm:spPr/>
      <dgm:t>
        <a:bodyPr/>
        <a:lstStyle/>
        <a:p>
          <a:pPr>
            <a:defRPr cap="all"/>
          </a:pPr>
          <a:r>
            <a:rPr lang="en-US"/>
            <a:t>Reviews for requirements/design</a:t>
          </a:r>
        </a:p>
      </dgm:t>
    </dgm:pt>
    <dgm:pt modelId="{504E6D41-9FEA-4B29-B20E-3D61D844F281}" type="parTrans" cxnId="{116C9CCC-013E-450D-B701-21EBBF231B99}">
      <dgm:prSet/>
      <dgm:spPr/>
      <dgm:t>
        <a:bodyPr/>
        <a:lstStyle/>
        <a:p>
          <a:endParaRPr lang="en-US"/>
        </a:p>
      </dgm:t>
    </dgm:pt>
    <dgm:pt modelId="{EDB4A29B-4806-472B-8E1E-5041A48D59A9}" type="sibTrans" cxnId="{116C9CCC-013E-450D-B701-21EBBF231B99}">
      <dgm:prSet/>
      <dgm:spPr/>
      <dgm:t>
        <a:bodyPr/>
        <a:lstStyle/>
        <a:p>
          <a:endParaRPr lang="en-US"/>
        </a:p>
      </dgm:t>
    </dgm:pt>
    <dgm:pt modelId="{18ADA191-0A68-4F4C-860B-59EDC6833B5F}">
      <dgm:prSet/>
      <dgm:spPr/>
      <dgm:t>
        <a:bodyPr/>
        <a:lstStyle/>
        <a:p>
          <a:pPr>
            <a:defRPr cap="all"/>
          </a:pPr>
          <a:r>
            <a:rPr lang="en-US"/>
            <a:t>Code review expectations</a:t>
          </a:r>
        </a:p>
      </dgm:t>
    </dgm:pt>
    <dgm:pt modelId="{439584A7-091B-4298-AB2F-D8A317E2339B}" type="parTrans" cxnId="{62B6FF44-5DA3-4047-BC12-7482F5651A15}">
      <dgm:prSet/>
      <dgm:spPr/>
      <dgm:t>
        <a:bodyPr/>
        <a:lstStyle/>
        <a:p>
          <a:endParaRPr lang="en-US"/>
        </a:p>
      </dgm:t>
    </dgm:pt>
    <dgm:pt modelId="{864DAA45-8698-403D-A618-CE69E596ADE3}" type="sibTrans" cxnId="{62B6FF44-5DA3-4047-BC12-7482F5651A15}">
      <dgm:prSet/>
      <dgm:spPr/>
      <dgm:t>
        <a:bodyPr/>
        <a:lstStyle/>
        <a:p>
          <a:endParaRPr lang="en-US"/>
        </a:p>
      </dgm:t>
    </dgm:pt>
    <dgm:pt modelId="{74F2FB46-3632-4DD2-9625-C2388D792B0E}">
      <dgm:prSet/>
      <dgm:spPr/>
      <dgm:t>
        <a:bodyPr/>
        <a:lstStyle/>
        <a:p>
          <a:pPr>
            <a:defRPr cap="all"/>
          </a:pPr>
          <a:r>
            <a:rPr lang="en-US"/>
            <a:t>Standard formats for test work</a:t>
          </a:r>
        </a:p>
      </dgm:t>
    </dgm:pt>
    <dgm:pt modelId="{9726C4B3-18E3-4F31-A5A2-82EAA6BFC112}" type="parTrans" cxnId="{1FF4918C-9842-4015-945F-DAA77014D28E}">
      <dgm:prSet/>
      <dgm:spPr/>
      <dgm:t>
        <a:bodyPr/>
        <a:lstStyle/>
        <a:p>
          <a:endParaRPr lang="en-US"/>
        </a:p>
      </dgm:t>
    </dgm:pt>
    <dgm:pt modelId="{0AE4F7E6-324A-4A62-8400-38C8A743BB38}" type="sibTrans" cxnId="{1FF4918C-9842-4015-945F-DAA77014D28E}">
      <dgm:prSet/>
      <dgm:spPr/>
      <dgm:t>
        <a:bodyPr/>
        <a:lstStyle/>
        <a:p>
          <a:endParaRPr lang="en-US"/>
        </a:p>
      </dgm:t>
    </dgm:pt>
    <dgm:pt modelId="{2E7868F2-3ABF-444F-8242-6953EA5C00B6}" type="pres">
      <dgm:prSet presAssocID="{D49537AE-C854-4A3F-8C63-349166824321}" presName="root" presStyleCnt="0">
        <dgm:presLayoutVars>
          <dgm:dir/>
          <dgm:resizeHandles val="exact"/>
        </dgm:presLayoutVars>
      </dgm:prSet>
      <dgm:spPr/>
    </dgm:pt>
    <dgm:pt modelId="{ECC7168E-1CA4-49D6-9340-8C26B7E6ED63}" type="pres">
      <dgm:prSet presAssocID="{97D0716E-6686-4195-AE1D-E25DB44C21BE}" presName="compNode" presStyleCnt="0"/>
      <dgm:spPr/>
    </dgm:pt>
    <dgm:pt modelId="{15B2A138-55B4-4C91-85C5-A2E0702F970A}" type="pres">
      <dgm:prSet presAssocID="{97D0716E-6686-4195-AE1D-E25DB44C21BE}" presName="iconBgRect" presStyleLbl="bgShp" presStyleIdx="0" presStyleCnt="4"/>
      <dgm:spPr/>
    </dgm:pt>
    <dgm:pt modelId="{47F85D4D-5245-4A33-9C15-8EFE9C63A732}" type="pres">
      <dgm:prSet presAssocID="{97D0716E-6686-4195-AE1D-E25DB44C21B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eting"/>
        </a:ext>
      </dgm:extLst>
    </dgm:pt>
    <dgm:pt modelId="{63EFD70C-F88D-4EB0-8B9F-EDFA24C1AA7D}" type="pres">
      <dgm:prSet presAssocID="{97D0716E-6686-4195-AE1D-E25DB44C21BE}" presName="spaceRect" presStyleCnt="0"/>
      <dgm:spPr/>
    </dgm:pt>
    <dgm:pt modelId="{50EB63BF-8BA8-4F88-B93C-DE209417C666}" type="pres">
      <dgm:prSet presAssocID="{97D0716E-6686-4195-AE1D-E25DB44C21BE}" presName="textRect" presStyleLbl="revTx" presStyleIdx="0" presStyleCnt="4">
        <dgm:presLayoutVars>
          <dgm:chMax val="1"/>
          <dgm:chPref val="1"/>
        </dgm:presLayoutVars>
      </dgm:prSet>
      <dgm:spPr/>
    </dgm:pt>
    <dgm:pt modelId="{BB96DD0F-6584-4CD7-B127-F2DA7137108D}" type="pres">
      <dgm:prSet presAssocID="{3E06C76F-4863-4DA9-AD5A-1BAEB372C14D}" presName="sibTrans" presStyleCnt="0"/>
      <dgm:spPr/>
    </dgm:pt>
    <dgm:pt modelId="{5A01D4C1-0D6C-4061-996D-3E88D0420C9E}" type="pres">
      <dgm:prSet presAssocID="{68FA1895-B5C1-47EE-B171-E4EA2C3E2620}" presName="compNode" presStyleCnt="0"/>
      <dgm:spPr/>
    </dgm:pt>
    <dgm:pt modelId="{39785C92-FBDB-45E5-BBAF-6CC358EC98F9}" type="pres">
      <dgm:prSet presAssocID="{68FA1895-B5C1-47EE-B171-E4EA2C3E2620}" presName="iconBgRect" presStyleLbl="bgShp" presStyleIdx="1" presStyleCnt="4"/>
      <dgm:spPr/>
    </dgm:pt>
    <dgm:pt modelId="{748C395B-7EE6-410B-A32A-9A8E78BE7080}" type="pres">
      <dgm:prSet presAssocID="{68FA1895-B5C1-47EE-B171-E4EA2C3E262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aint"/>
        </a:ext>
      </dgm:extLst>
    </dgm:pt>
    <dgm:pt modelId="{1AB057EA-4093-4C6C-B51F-8C4E2FDA5C2E}" type="pres">
      <dgm:prSet presAssocID="{68FA1895-B5C1-47EE-B171-E4EA2C3E2620}" presName="spaceRect" presStyleCnt="0"/>
      <dgm:spPr/>
    </dgm:pt>
    <dgm:pt modelId="{2EF1C780-51A1-4228-9AC4-9489FDA37986}" type="pres">
      <dgm:prSet presAssocID="{68FA1895-B5C1-47EE-B171-E4EA2C3E2620}" presName="textRect" presStyleLbl="revTx" presStyleIdx="1" presStyleCnt="4">
        <dgm:presLayoutVars>
          <dgm:chMax val="1"/>
          <dgm:chPref val="1"/>
        </dgm:presLayoutVars>
      </dgm:prSet>
      <dgm:spPr/>
    </dgm:pt>
    <dgm:pt modelId="{599CBE6A-9A3E-4325-AB3E-0C460FE6BEA8}" type="pres">
      <dgm:prSet presAssocID="{EDB4A29B-4806-472B-8E1E-5041A48D59A9}" presName="sibTrans" presStyleCnt="0"/>
      <dgm:spPr/>
    </dgm:pt>
    <dgm:pt modelId="{3DC4EB9C-EC80-4C65-A8FF-1EBB0686B94E}" type="pres">
      <dgm:prSet presAssocID="{18ADA191-0A68-4F4C-860B-59EDC6833B5F}" presName="compNode" presStyleCnt="0"/>
      <dgm:spPr/>
    </dgm:pt>
    <dgm:pt modelId="{F988AB4C-8627-4A9E-A575-595698B38527}" type="pres">
      <dgm:prSet presAssocID="{18ADA191-0A68-4F4C-860B-59EDC6833B5F}" presName="iconBgRect" presStyleLbl="bgShp" presStyleIdx="2" presStyleCnt="4"/>
      <dgm:spPr/>
    </dgm:pt>
    <dgm:pt modelId="{7D9D2D91-0C0E-436E-9192-FFDFDD13F55F}" type="pres">
      <dgm:prSet presAssocID="{18ADA191-0A68-4F4C-860B-59EDC6833B5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42119D38-DC21-4FD7-885C-8B196975946C}" type="pres">
      <dgm:prSet presAssocID="{18ADA191-0A68-4F4C-860B-59EDC6833B5F}" presName="spaceRect" presStyleCnt="0"/>
      <dgm:spPr/>
    </dgm:pt>
    <dgm:pt modelId="{BC06C585-4CB4-4BCD-A820-5FCC9FEC6D3C}" type="pres">
      <dgm:prSet presAssocID="{18ADA191-0A68-4F4C-860B-59EDC6833B5F}" presName="textRect" presStyleLbl="revTx" presStyleIdx="2" presStyleCnt="4">
        <dgm:presLayoutVars>
          <dgm:chMax val="1"/>
          <dgm:chPref val="1"/>
        </dgm:presLayoutVars>
      </dgm:prSet>
      <dgm:spPr/>
    </dgm:pt>
    <dgm:pt modelId="{5ECDB49B-7A9D-4B4C-802C-66E787165C41}" type="pres">
      <dgm:prSet presAssocID="{864DAA45-8698-403D-A618-CE69E596ADE3}" presName="sibTrans" presStyleCnt="0"/>
      <dgm:spPr/>
    </dgm:pt>
    <dgm:pt modelId="{0A1285B4-45DE-41AD-8AAD-7C8CD350CA30}" type="pres">
      <dgm:prSet presAssocID="{74F2FB46-3632-4DD2-9625-C2388D792B0E}" presName="compNode" presStyleCnt="0"/>
      <dgm:spPr/>
    </dgm:pt>
    <dgm:pt modelId="{337ADBF1-5928-4ECC-9E68-6C4082ACEDED}" type="pres">
      <dgm:prSet presAssocID="{74F2FB46-3632-4DD2-9625-C2388D792B0E}" presName="iconBgRect" presStyleLbl="bgShp" presStyleIdx="3" presStyleCnt="4"/>
      <dgm:spPr/>
    </dgm:pt>
    <dgm:pt modelId="{08B5EE37-A6D2-4844-A65A-C278014F45D0}" type="pres">
      <dgm:prSet presAssocID="{74F2FB46-3632-4DD2-9625-C2388D792B0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 List"/>
        </a:ext>
      </dgm:extLst>
    </dgm:pt>
    <dgm:pt modelId="{48235EDC-0610-48A3-B169-761F2EBB0C2A}" type="pres">
      <dgm:prSet presAssocID="{74F2FB46-3632-4DD2-9625-C2388D792B0E}" presName="spaceRect" presStyleCnt="0"/>
      <dgm:spPr/>
    </dgm:pt>
    <dgm:pt modelId="{7101FCBC-3C56-4448-AD32-C5834386537E}" type="pres">
      <dgm:prSet presAssocID="{74F2FB46-3632-4DD2-9625-C2388D792B0E}" presName="textRect" presStyleLbl="revTx" presStyleIdx="3" presStyleCnt="4">
        <dgm:presLayoutVars>
          <dgm:chMax val="1"/>
          <dgm:chPref val="1"/>
        </dgm:presLayoutVars>
      </dgm:prSet>
      <dgm:spPr/>
    </dgm:pt>
  </dgm:ptLst>
  <dgm:cxnLst>
    <dgm:cxn modelId="{6D3E6129-821F-4878-96CA-E0FD00A4A041}" type="presOf" srcId="{68FA1895-B5C1-47EE-B171-E4EA2C3E2620}" destId="{2EF1C780-51A1-4228-9AC4-9489FDA37986}" srcOrd="0" destOrd="0" presId="urn:microsoft.com/office/officeart/2018/5/layout/IconCircleLabelList"/>
    <dgm:cxn modelId="{B38DC642-B6D5-42DA-AB3B-5F255F74A64E}" type="presOf" srcId="{18ADA191-0A68-4F4C-860B-59EDC6833B5F}" destId="{BC06C585-4CB4-4BCD-A820-5FCC9FEC6D3C}" srcOrd="0" destOrd="0" presId="urn:microsoft.com/office/officeart/2018/5/layout/IconCircleLabelList"/>
    <dgm:cxn modelId="{62B6FF44-5DA3-4047-BC12-7482F5651A15}" srcId="{D49537AE-C854-4A3F-8C63-349166824321}" destId="{18ADA191-0A68-4F4C-860B-59EDC6833B5F}" srcOrd="2" destOrd="0" parTransId="{439584A7-091B-4298-AB2F-D8A317E2339B}" sibTransId="{864DAA45-8698-403D-A618-CE69E596ADE3}"/>
    <dgm:cxn modelId="{3EFDF946-ED1C-4A5F-AC1A-19510C4FB223}" srcId="{D49537AE-C854-4A3F-8C63-349166824321}" destId="{97D0716E-6686-4195-AE1D-E25DB44C21BE}" srcOrd="0" destOrd="0" parTransId="{32FC02DF-9DDB-4C4E-A4E2-77A19A007084}" sibTransId="{3E06C76F-4863-4DA9-AD5A-1BAEB372C14D}"/>
    <dgm:cxn modelId="{CC69187F-440C-464E-A33B-58CAD2B1A7EA}" type="presOf" srcId="{74F2FB46-3632-4DD2-9625-C2388D792B0E}" destId="{7101FCBC-3C56-4448-AD32-C5834386537E}" srcOrd="0" destOrd="0" presId="urn:microsoft.com/office/officeart/2018/5/layout/IconCircleLabelList"/>
    <dgm:cxn modelId="{CF324D87-A69E-4629-9D26-9D62E2700327}" type="presOf" srcId="{97D0716E-6686-4195-AE1D-E25DB44C21BE}" destId="{50EB63BF-8BA8-4F88-B93C-DE209417C666}" srcOrd="0" destOrd="0" presId="urn:microsoft.com/office/officeart/2018/5/layout/IconCircleLabelList"/>
    <dgm:cxn modelId="{59453688-B34A-472D-8E4C-E55115AF95B9}" type="presOf" srcId="{D49537AE-C854-4A3F-8C63-349166824321}" destId="{2E7868F2-3ABF-444F-8242-6953EA5C00B6}" srcOrd="0" destOrd="0" presId="urn:microsoft.com/office/officeart/2018/5/layout/IconCircleLabelList"/>
    <dgm:cxn modelId="{1FF4918C-9842-4015-945F-DAA77014D28E}" srcId="{D49537AE-C854-4A3F-8C63-349166824321}" destId="{74F2FB46-3632-4DD2-9625-C2388D792B0E}" srcOrd="3" destOrd="0" parTransId="{9726C4B3-18E3-4F31-A5A2-82EAA6BFC112}" sibTransId="{0AE4F7E6-324A-4A62-8400-38C8A743BB38}"/>
    <dgm:cxn modelId="{116C9CCC-013E-450D-B701-21EBBF231B99}" srcId="{D49537AE-C854-4A3F-8C63-349166824321}" destId="{68FA1895-B5C1-47EE-B171-E4EA2C3E2620}" srcOrd="1" destOrd="0" parTransId="{504E6D41-9FEA-4B29-B20E-3D61D844F281}" sibTransId="{EDB4A29B-4806-472B-8E1E-5041A48D59A9}"/>
    <dgm:cxn modelId="{A1F7F3B1-6B64-452E-BD14-8BDAF6DFB5D2}" type="presParOf" srcId="{2E7868F2-3ABF-444F-8242-6953EA5C00B6}" destId="{ECC7168E-1CA4-49D6-9340-8C26B7E6ED63}" srcOrd="0" destOrd="0" presId="urn:microsoft.com/office/officeart/2018/5/layout/IconCircleLabelList"/>
    <dgm:cxn modelId="{E82261E5-B938-4090-BEDD-1E8D5DAC5BCC}" type="presParOf" srcId="{ECC7168E-1CA4-49D6-9340-8C26B7E6ED63}" destId="{15B2A138-55B4-4C91-85C5-A2E0702F970A}" srcOrd="0" destOrd="0" presId="urn:microsoft.com/office/officeart/2018/5/layout/IconCircleLabelList"/>
    <dgm:cxn modelId="{4CE1C991-F3ED-47F7-AF06-6432A9D46AE6}" type="presParOf" srcId="{ECC7168E-1CA4-49D6-9340-8C26B7E6ED63}" destId="{47F85D4D-5245-4A33-9C15-8EFE9C63A732}" srcOrd="1" destOrd="0" presId="urn:microsoft.com/office/officeart/2018/5/layout/IconCircleLabelList"/>
    <dgm:cxn modelId="{8AAFC2DE-6A05-469F-9A4C-06AB6DCFCDC6}" type="presParOf" srcId="{ECC7168E-1CA4-49D6-9340-8C26B7E6ED63}" destId="{63EFD70C-F88D-4EB0-8B9F-EDFA24C1AA7D}" srcOrd="2" destOrd="0" presId="urn:microsoft.com/office/officeart/2018/5/layout/IconCircleLabelList"/>
    <dgm:cxn modelId="{FAF62705-C9AE-48D8-BC34-983F94ADE5B8}" type="presParOf" srcId="{ECC7168E-1CA4-49D6-9340-8C26B7E6ED63}" destId="{50EB63BF-8BA8-4F88-B93C-DE209417C666}" srcOrd="3" destOrd="0" presId="urn:microsoft.com/office/officeart/2018/5/layout/IconCircleLabelList"/>
    <dgm:cxn modelId="{B75F6D41-DB03-4C42-A47E-8923F695B8BB}" type="presParOf" srcId="{2E7868F2-3ABF-444F-8242-6953EA5C00B6}" destId="{BB96DD0F-6584-4CD7-B127-F2DA7137108D}" srcOrd="1" destOrd="0" presId="urn:microsoft.com/office/officeart/2018/5/layout/IconCircleLabelList"/>
    <dgm:cxn modelId="{42DE343B-2F7B-4543-9C68-A30C546B93B7}" type="presParOf" srcId="{2E7868F2-3ABF-444F-8242-6953EA5C00B6}" destId="{5A01D4C1-0D6C-4061-996D-3E88D0420C9E}" srcOrd="2" destOrd="0" presId="urn:microsoft.com/office/officeart/2018/5/layout/IconCircleLabelList"/>
    <dgm:cxn modelId="{3E812B71-A6D5-45F0-99CC-4C3C60B18369}" type="presParOf" srcId="{5A01D4C1-0D6C-4061-996D-3E88D0420C9E}" destId="{39785C92-FBDB-45E5-BBAF-6CC358EC98F9}" srcOrd="0" destOrd="0" presId="urn:microsoft.com/office/officeart/2018/5/layout/IconCircleLabelList"/>
    <dgm:cxn modelId="{CE9AD5EA-EC6B-4729-A18F-5775F3C2E3E5}" type="presParOf" srcId="{5A01D4C1-0D6C-4061-996D-3E88D0420C9E}" destId="{748C395B-7EE6-410B-A32A-9A8E78BE7080}" srcOrd="1" destOrd="0" presId="urn:microsoft.com/office/officeart/2018/5/layout/IconCircleLabelList"/>
    <dgm:cxn modelId="{BD47EBE2-F4BF-4A8D-ABE3-EE638390918F}" type="presParOf" srcId="{5A01D4C1-0D6C-4061-996D-3E88D0420C9E}" destId="{1AB057EA-4093-4C6C-B51F-8C4E2FDA5C2E}" srcOrd="2" destOrd="0" presId="urn:microsoft.com/office/officeart/2018/5/layout/IconCircleLabelList"/>
    <dgm:cxn modelId="{758AFFD4-4AA0-48E9-9CC3-3262D34C0F90}" type="presParOf" srcId="{5A01D4C1-0D6C-4061-996D-3E88D0420C9E}" destId="{2EF1C780-51A1-4228-9AC4-9489FDA37986}" srcOrd="3" destOrd="0" presId="urn:microsoft.com/office/officeart/2018/5/layout/IconCircleLabelList"/>
    <dgm:cxn modelId="{8D9BF31B-52CB-424D-A067-CCF644F23B53}" type="presParOf" srcId="{2E7868F2-3ABF-444F-8242-6953EA5C00B6}" destId="{599CBE6A-9A3E-4325-AB3E-0C460FE6BEA8}" srcOrd="3" destOrd="0" presId="urn:microsoft.com/office/officeart/2018/5/layout/IconCircleLabelList"/>
    <dgm:cxn modelId="{D2F9265F-1DE3-4CFD-8477-27E8722F9D06}" type="presParOf" srcId="{2E7868F2-3ABF-444F-8242-6953EA5C00B6}" destId="{3DC4EB9C-EC80-4C65-A8FF-1EBB0686B94E}" srcOrd="4" destOrd="0" presId="urn:microsoft.com/office/officeart/2018/5/layout/IconCircleLabelList"/>
    <dgm:cxn modelId="{90A0D252-2B53-42B7-BA9F-5253CE5F33CF}" type="presParOf" srcId="{3DC4EB9C-EC80-4C65-A8FF-1EBB0686B94E}" destId="{F988AB4C-8627-4A9E-A575-595698B38527}" srcOrd="0" destOrd="0" presId="urn:microsoft.com/office/officeart/2018/5/layout/IconCircleLabelList"/>
    <dgm:cxn modelId="{A6A0FB53-F2E1-4FD4-A8BA-0123168C4BD2}" type="presParOf" srcId="{3DC4EB9C-EC80-4C65-A8FF-1EBB0686B94E}" destId="{7D9D2D91-0C0E-436E-9192-FFDFDD13F55F}" srcOrd="1" destOrd="0" presId="urn:microsoft.com/office/officeart/2018/5/layout/IconCircleLabelList"/>
    <dgm:cxn modelId="{9669CD5C-A7D6-4A84-B2E1-0E75565EFD21}" type="presParOf" srcId="{3DC4EB9C-EC80-4C65-A8FF-1EBB0686B94E}" destId="{42119D38-DC21-4FD7-885C-8B196975946C}" srcOrd="2" destOrd="0" presId="urn:microsoft.com/office/officeart/2018/5/layout/IconCircleLabelList"/>
    <dgm:cxn modelId="{141D7A21-D379-42B5-A429-0CC4D9088EE9}" type="presParOf" srcId="{3DC4EB9C-EC80-4C65-A8FF-1EBB0686B94E}" destId="{BC06C585-4CB4-4BCD-A820-5FCC9FEC6D3C}" srcOrd="3" destOrd="0" presId="urn:microsoft.com/office/officeart/2018/5/layout/IconCircleLabelList"/>
    <dgm:cxn modelId="{A7D58176-E4F7-4BB9-B4FC-48DE08C71106}" type="presParOf" srcId="{2E7868F2-3ABF-444F-8242-6953EA5C00B6}" destId="{5ECDB49B-7A9D-4B4C-802C-66E787165C41}" srcOrd="5" destOrd="0" presId="urn:microsoft.com/office/officeart/2018/5/layout/IconCircleLabelList"/>
    <dgm:cxn modelId="{9786DB04-49F0-4EF4-A388-44F78E46AB98}" type="presParOf" srcId="{2E7868F2-3ABF-444F-8242-6953EA5C00B6}" destId="{0A1285B4-45DE-41AD-8AAD-7C8CD350CA30}" srcOrd="6" destOrd="0" presId="urn:microsoft.com/office/officeart/2018/5/layout/IconCircleLabelList"/>
    <dgm:cxn modelId="{90861812-2471-474D-A3E1-3F2736327654}" type="presParOf" srcId="{0A1285B4-45DE-41AD-8AAD-7C8CD350CA30}" destId="{337ADBF1-5928-4ECC-9E68-6C4082ACEDED}" srcOrd="0" destOrd="0" presId="urn:microsoft.com/office/officeart/2018/5/layout/IconCircleLabelList"/>
    <dgm:cxn modelId="{8409619E-EA7B-4259-94B2-4283D78F12F1}" type="presParOf" srcId="{0A1285B4-45DE-41AD-8AAD-7C8CD350CA30}" destId="{08B5EE37-A6D2-4844-A65A-C278014F45D0}" srcOrd="1" destOrd="0" presId="urn:microsoft.com/office/officeart/2018/5/layout/IconCircleLabelList"/>
    <dgm:cxn modelId="{652C533E-6F33-4FFD-A6D4-40AD093C5F3F}" type="presParOf" srcId="{0A1285B4-45DE-41AD-8AAD-7C8CD350CA30}" destId="{48235EDC-0610-48A3-B169-761F2EBB0C2A}" srcOrd="2" destOrd="0" presId="urn:microsoft.com/office/officeart/2018/5/layout/IconCircleLabelList"/>
    <dgm:cxn modelId="{42740472-2E19-48B7-8488-DE9AAB2823A7}" type="presParOf" srcId="{0A1285B4-45DE-41AD-8AAD-7C8CD350CA30}" destId="{7101FCBC-3C56-4448-AD32-C5834386537E}"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C329F24-CF51-473D-9A1A-70BA0D867CF0}"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F103185F-FB0B-4FBC-AB71-D9C94BCBE5D3}">
      <dgm:prSet/>
      <dgm:spPr/>
      <dgm:t>
        <a:bodyPr/>
        <a:lstStyle/>
        <a:p>
          <a:pPr>
            <a:lnSpc>
              <a:spcPct val="100000"/>
            </a:lnSpc>
            <a:defRPr cap="all"/>
          </a:pPr>
          <a:r>
            <a:rPr lang="en-US"/>
            <a:t>Train team on the process</a:t>
          </a:r>
        </a:p>
      </dgm:t>
    </dgm:pt>
    <dgm:pt modelId="{598B0F82-CA4C-471D-A0B6-CC89CF40E4EC}" type="parTrans" cxnId="{AF1C46D4-FBDE-4CC6-B348-28778D64F584}">
      <dgm:prSet/>
      <dgm:spPr/>
      <dgm:t>
        <a:bodyPr/>
        <a:lstStyle/>
        <a:p>
          <a:endParaRPr lang="en-US"/>
        </a:p>
      </dgm:t>
    </dgm:pt>
    <dgm:pt modelId="{EA683902-9693-466D-97E2-4B6EF860228F}" type="sibTrans" cxnId="{AF1C46D4-FBDE-4CC6-B348-28778D64F584}">
      <dgm:prSet/>
      <dgm:spPr/>
      <dgm:t>
        <a:bodyPr/>
        <a:lstStyle/>
        <a:p>
          <a:endParaRPr lang="en-US"/>
        </a:p>
      </dgm:t>
    </dgm:pt>
    <dgm:pt modelId="{062B8126-E096-4571-88CD-096CAFF7C4E1}">
      <dgm:prSet/>
      <dgm:spPr/>
      <dgm:t>
        <a:bodyPr/>
        <a:lstStyle/>
        <a:p>
          <a:pPr>
            <a:lnSpc>
              <a:spcPct val="100000"/>
            </a:lnSpc>
            <a:defRPr cap="all"/>
          </a:pPr>
          <a:r>
            <a:rPr lang="en-US"/>
            <a:t>Align vocabulary and expectations</a:t>
          </a:r>
        </a:p>
      </dgm:t>
    </dgm:pt>
    <dgm:pt modelId="{B85C4881-BAF6-4912-8FAF-02B104143A96}" type="parTrans" cxnId="{E65BF8D0-EB21-458A-A43D-EDCC5E2695F9}">
      <dgm:prSet/>
      <dgm:spPr/>
      <dgm:t>
        <a:bodyPr/>
        <a:lstStyle/>
        <a:p>
          <a:endParaRPr lang="en-US"/>
        </a:p>
      </dgm:t>
    </dgm:pt>
    <dgm:pt modelId="{7A143747-93DF-46F2-AAA8-02024D718719}" type="sibTrans" cxnId="{E65BF8D0-EB21-458A-A43D-EDCC5E2695F9}">
      <dgm:prSet/>
      <dgm:spPr/>
      <dgm:t>
        <a:bodyPr/>
        <a:lstStyle/>
        <a:p>
          <a:endParaRPr lang="en-US"/>
        </a:p>
      </dgm:t>
    </dgm:pt>
    <dgm:pt modelId="{F384D33A-B885-4279-89C7-412C3A29B98A}">
      <dgm:prSet/>
      <dgm:spPr/>
      <dgm:t>
        <a:bodyPr/>
        <a:lstStyle/>
        <a:p>
          <a:pPr>
            <a:lnSpc>
              <a:spcPct val="100000"/>
            </a:lnSpc>
            <a:defRPr cap="all"/>
          </a:pPr>
          <a:r>
            <a:rPr lang="en-US"/>
            <a:t>Reduce inconsistent execution</a:t>
          </a:r>
        </a:p>
      </dgm:t>
    </dgm:pt>
    <dgm:pt modelId="{BFD87AB3-1622-42F5-9FD4-9423FF81418E}" type="parTrans" cxnId="{BA939545-3089-48F5-9B39-8ADCA945F2B9}">
      <dgm:prSet/>
      <dgm:spPr/>
      <dgm:t>
        <a:bodyPr/>
        <a:lstStyle/>
        <a:p>
          <a:endParaRPr lang="en-US"/>
        </a:p>
      </dgm:t>
    </dgm:pt>
    <dgm:pt modelId="{601B7EBD-3D6F-4DC2-AFAE-8B19D98FF56B}" type="sibTrans" cxnId="{BA939545-3089-48F5-9B39-8ADCA945F2B9}">
      <dgm:prSet/>
      <dgm:spPr/>
      <dgm:t>
        <a:bodyPr/>
        <a:lstStyle/>
        <a:p>
          <a:endParaRPr lang="en-US"/>
        </a:p>
      </dgm:t>
    </dgm:pt>
    <dgm:pt modelId="{09970BAC-8F36-43C7-BB08-5D3332DB5DF2}">
      <dgm:prSet/>
      <dgm:spPr/>
      <dgm:t>
        <a:bodyPr/>
        <a:lstStyle/>
        <a:p>
          <a:pPr>
            <a:lnSpc>
              <a:spcPct val="100000"/>
            </a:lnSpc>
            <a:defRPr cap="all"/>
          </a:pPr>
          <a:r>
            <a:rPr lang="en-US"/>
            <a:t>Support adoption across roles</a:t>
          </a:r>
        </a:p>
      </dgm:t>
    </dgm:pt>
    <dgm:pt modelId="{E7C8C533-DB20-41D7-885B-2FA10A116B10}" type="parTrans" cxnId="{0375D9CD-D649-475D-93C3-59A8251C3C01}">
      <dgm:prSet/>
      <dgm:spPr/>
      <dgm:t>
        <a:bodyPr/>
        <a:lstStyle/>
        <a:p>
          <a:endParaRPr lang="en-US"/>
        </a:p>
      </dgm:t>
    </dgm:pt>
    <dgm:pt modelId="{CD69ED52-600B-4799-AD64-FD0D71535A49}" type="sibTrans" cxnId="{0375D9CD-D649-475D-93C3-59A8251C3C01}">
      <dgm:prSet/>
      <dgm:spPr/>
      <dgm:t>
        <a:bodyPr/>
        <a:lstStyle/>
        <a:p>
          <a:endParaRPr lang="en-US"/>
        </a:p>
      </dgm:t>
    </dgm:pt>
    <dgm:pt modelId="{F2416E02-73CB-49C8-908F-5C27D7EB57CC}" type="pres">
      <dgm:prSet presAssocID="{1C329F24-CF51-473D-9A1A-70BA0D867CF0}" presName="root" presStyleCnt="0">
        <dgm:presLayoutVars>
          <dgm:dir/>
          <dgm:resizeHandles val="exact"/>
        </dgm:presLayoutVars>
      </dgm:prSet>
      <dgm:spPr/>
    </dgm:pt>
    <dgm:pt modelId="{B8B442EF-F459-4D15-A40D-1F36B272A31C}" type="pres">
      <dgm:prSet presAssocID="{F103185F-FB0B-4FBC-AB71-D9C94BCBE5D3}" presName="compNode" presStyleCnt="0"/>
      <dgm:spPr/>
    </dgm:pt>
    <dgm:pt modelId="{2AFEFE5B-D86B-439D-BD69-E8B4FCBB5ED3}" type="pres">
      <dgm:prSet presAssocID="{F103185F-FB0B-4FBC-AB71-D9C94BCBE5D3}" presName="iconBgRect" presStyleLbl="bgShp" presStyleIdx="0" presStyleCnt="4"/>
      <dgm:spPr/>
    </dgm:pt>
    <dgm:pt modelId="{D9A02B49-A988-493B-9B4A-F294E4A8B489}" type="pres">
      <dgm:prSet presAssocID="{F103185F-FB0B-4FBC-AB71-D9C94BCBE5D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ain"/>
        </a:ext>
      </dgm:extLst>
    </dgm:pt>
    <dgm:pt modelId="{9631EB9E-7546-47BD-8B7E-60EB9BC8D39A}" type="pres">
      <dgm:prSet presAssocID="{F103185F-FB0B-4FBC-AB71-D9C94BCBE5D3}" presName="spaceRect" presStyleCnt="0"/>
      <dgm:spPr/>
    </dgm:pt>
    <dgm:pt modelId="{330A14C5-906B-4E21-AC12-93DAFD43C26C}" type="pres">
      <dgm:prSet presAssocID="{F103185F-FB0B-4FBC-AB71-D9C94BCBE5D3}" presName="textRect" presStyleLbl="revTx" presStyleIdx="0" presStyleCnt="4">
        <dgm:presLayoutVars>
          <dgm:chMax val="1"/>
          <dgm:chPref val="1"/>
        </dgm:presLayoutVars>
      </dgm:prSet>
      <dgm:spPr/>
    </dgm:pt>
    <dgm:pt modelId="{964C890E-A6BC-4518-A420-F072C0BFEDE1}" type="pres">
      <dgm:prSet presAssocID="{EA683902-9693-466D-97E2-4B6EF860228F}" presName="sibTrans" presStyleCnt="0"/>
      <dgm:spPr/>
    </dgm:pt>
    <dgm:pt modelId="{5E38E43E-3FFE-4222-BD72-1B67EEF249B9}" type="pres">
      <dgm:prSet presAssocID="{062B8126-E096-4571-88CD-096CAFF7C4E1}" presName="compNode" presStyleCnt="0"/>
      <dgm:spPr/>
    </dgm:pt>
    <dgm:pt modelId="{52B58C6C-0081-4C5E-A4CB-D836796A51CB}" type="pres">
      <dgm:prSet presAssocID="{062B8126-E096-4571-88CD-096CAFF7C4E1}" presName="iconBgRect" presStyleLbl="bgShp" presStyleIdx="1" presStyleCnt="4"/>
      <dgm:spPr/>
    </dgm:pt>
    <dgm:pt modelId="{16179C5B-8549-4281-A180-052B065CFBC9}" type="pres">
      <dgm:prSet presAssocID="{062B8126-E096-4571-88CD-096CAFF7C4E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A33608E-365A-42D0-A21E-DE67EF3CA2F1}" type="pres">
      <dgm:prSet presAssocID="{062B8126-E096-4571-88CD-096CAFF7C4E1}" presName="spaceRect" presStyleCnt="0"/>
      <dgm:spPr/>
    </dgm:pt>
    <dgm:pt modelId="{3C68570C-4451-460E-8A97-B7B7DF6D92AF}" type="pres">
      <dgm:prSet presAssocID="{062B8126-E096-4571-88CD-096CAFF7C4E1}" presName="textRect" presStyleLbl="revTx" presStyleIdx="1" presStyleCnt="4">
        <dgm:presLayoutVars>
          <dgm:chMax val="1"/>
          <dgm:chPref val="1"/>
        </dgm:presLayoutVars>
      </dgm:prSet>
      <dgm:spPr/>
    </dgm:pt>
    <dgm:pt modelId="{FB7740C6-C63A-486B-B923-284EDFD88D51}" type="pres">
      <dgm:prSet presAssocID="{7A143747-93DF-46F2-AAA8-02024D718719}" presName="sibTrans" presStyleCnt="0"/>
      <dgm:spPr/>
    </dgm:pt>
    <dgm:pt modelId="{C956BF6A-14AF-4263-8A8A-D56E17062E8A}" type="pres">
      <dgm:prSet presAssocID="{F384D33A-B885-4279-89C7-412C3A29B98A}" presName="compNode" presStyleCnt="0"/>
      <dgm:spPr/>
    </dgm:pt>
    <dgm:pt modelId="{B6E1B584-8C26-4B89-8BFA-A7573A462394}" type="pres">
      <dgm:prSet presAssocID="{F384D33A-B885-4279-89C7-412C3A29B98A}" presName="iconBgRect" presStyleLbl="bgShp" presStyleIdx="2" presStyleCnt="4"/>
      <dgm:spPr/>
    </dgm:pt>
    <dgm:pt modelId="{ACA1DCE1-267A-41F0-B6A7-ED0B6D20854A}" type="pres">
      <dgm:prSet presAssocID="{F384D33A-B885-4279-89C7-412C3A29B98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73D41280-DD92-496A-AA96-54E2A794FB8E}" type="pres">
      <dgm:prSet presAssocID="{F384D33A-B885-4279-89C7-412C3A29B98A}" presName="spaceRect" presStyleCnt="0"/>
      <dgm:spPr/>
    </dgm:pt>
    <dgm:pt modelId="{1C408C14-F73E-48B4-95E1-140E082E344C}" type="pres">
      <dgm:prSet presAssocID="{F384D33A-B885-4279-89C7-412C3A29B98A}" presName="textRect" presStyleLbl="revTx" presStyleIdx="2" presStyleCnt="4">
        <dgm:presLayoutVars>
          <dgm:chMax val="1"/>
          <dgm:chPref val="1"/>
        </dgm:presLayoutVars>
      </dgm:prSet>
      <dgm:spPr/>
    </dgm:pt>
    <dgm:pt modelId="{69D98680-3487-4471-992C-562F7722BED7}" type="pres">
      <dgm:prSet presAssocID="{601B7EBD-3D6F-4DC2-AFAE-8B19D98FF56B}" presName="sibTrans" presStyleCnt="0"/>
      <dgm:spPr/>
    </dgm:pt>
    <dgm:pt modelId="{BB373415-3AEC-4B3D-B8F0-544087A640DE}" type="pres">
      <dgm:prSet presAssocID="{09970BAC-8F36-43C7-BB08-5D3332DB5DF2}" presName="compNode" presStyleCnt="0"/>
      <dgm:spPr/>
    </dgm:pt>
    <dgm:pt modelId="{5076C398-B521-4757-87A9-1B1BFC861DD2}" type="pres">
      <dgm:prSet presAssocID="{09970BAC-8F36-43C7-BB08-5D3332DB5DF2}" presName="iconBgRect" presStyleLbl="bgShp" presStyleIdx="3" presStyleCnt="4"/>
      <dgm:spPr/>
    </dgm:pt>
    <dgm:pt modelId="{5DF967A3-3765-433C-9D0B-2B27B2D1301F}" type="pres">
      <dgm:prSet presAssocID="{09970BAC-8F36-43C7-BB08-5D3332DB5DF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s"/>
        </a:ext>
      </dgm:extLst>
    </dgm:pt>
    <dgm:pt modelId="{5CCFBE6D-B80A-422F-9788-D1B147C126F7}" type="pres">
      <dgm:prSet presAssocID="{09970BAC-8F36-43C7-BB08-5D3332DB5DF2}" presName="spaceRect" presStyleCnt="0"/>
      <dgm:spPr/>
    </dgm:pt>
    <dgm:pt modelId="{534B201E-F2AD-453D-B4BB-E6AD9B5E0967}" type="pres">
      <dgm:prSet presAssocID="{09970BAC-8F36-43C7-BB08-5D3332DB5DF2}" presName="textRect" presStyleLbl="revTx" presStyleIdx="3" presStyleCnt="4">
        <dgm:presLayoutVars>
          <dgm:chMax val="1"/>
          <dgm:chPref val="1"/>
        </dgm:presLayoutVars>
      </dgm:prSet>
      <dgm:spPr/>
    </dgm:pt>
  </dgm:ptLst>
  <dgm:cxnLst>
    <dgm:cxn modelId="{82037D01-389B-4D80-B46E-3EE0A6507213}" type="presOf" srcId="{062B8126-E096-4571-88CD-096CAFF7C4E1}" destId="{3C68570C-4451-460E-8A97-B7B7DF6D92AF}" srcOrd="0" destOrd="0" presId="urn:microsoft.com/office/officeart/2018/5/layout/IconCircleLabelList"/>
    <dgm:cxn modelId="{B2F40A14-FCBD-4E9E-B3FC-57053ACF9F95}" type="presOf" srcId="{1C329F24-CF51-473D-9A1A-70BA0D867CF0}" destId="{F2416E02-73CB-49C8-908F-5C27D7EB57CC}" srcOrd="0" destOrd="0" presId="urn:microsoft.com/office/officeart/2018/5/layout/IconCircleLabelList"/>
    <dgm:cxn modelId="{BA939545-3089-48F5-9B39-8ADCA945F2B9}" srcId="{1C329F24-CF51-473D-9A1A-70BA0D867CF0}" destId="{F384D33A-B885-4279-89C7-412C3A29B98A}" srcOrd="2" destOrd="0" parTransId="{BFD87AB3-1622-42F5-9FD4-9423FF81418E}" sibTransId="{601B7EBD-3D6F-4DC2-AFAE-8B19D98FF56B}"/>
    <dgm:cxn modelId="{49F52A52-B310-44B5-B209-0284C9F4B088}" type="presOf" srcId="{09970BAC-8F36-43C7-BB08-5D3332DB5DF2}" destId="{534B201E-F2AD-453D-B4BB-E6AD9B5E0967}" srcOrd="0" destOrd="0" presId="urn:microsoft.com/office/officeart/2018/5/layout/IconCircleLabelList"/>
    <dgm:cxn modelId="{FC28B6B4-13EA-43AB-B493-B2B12C50839B}" type="presOf" srcId="{F103185F-FB0B-4FBC-AB71-D9C94BCBE5D3}" destId="{330A14C5-906B-4E21-AC12-93DAFD43C26C}" srcOrd="0" destOrd="0" presId="urn:microsoft.com/office/officeart/2018/5/layout/IconCircleLabelList"/>
    <dgm:cxn modelId="{0375D9CD-D649-475D-93C3-59A8251C3C01}" srcId="{1C329F24-CF51-473D-9A1A-70BA0D867CF0}" destId="{09970BAC-8F36-43C7-BB08-5D3332DB5DF2}" srcOrd="3" destOrd="0" parTransId="{E7C8C533-DB20-41D7-885B-2FA10A116B10}" sibTransId="{CD69ED52-600B-4799-AD64-FD0D71535A49}"/>
    <dgm:cxn modelId="{E65BF8D0-EB21-458A-A43D-EDCC5E2695F9}" srcId="{1C329F24-CF51-473D-9A1A-70BA0D867CF0}" destId="{062B8126-E096-4571-88CD-096CAFF7C4E1}" srcOrd="1" destOrd="0" parTransId="{B85C4881-BAF6-4912-8FAF-02B104143A96}" sibTransId="{7A143747-93DF-46F2-AAA8-02024D718719}"/>
    <dgm:cxn modelId="{AF1C46D4-FBDE-4CC6-B348-28778D64F584}" srcId="{1C329F24-CF51-473D-9A1A-70BA0D867CF0}" destId="{F103185F-FB0B-4FBC-AB71-D9C94BCBE5D3}" srcOrd="0" destOrd="0" parTransId="{598B0F82-CA4C-471D-A0B6-CC89CF40E4EC}" sibTransId="{EA683902-9693-466D-97E2-4B6EF860228F}"/>
    <dgm:cxn modelId="{945DF0D6-E42D-49C7-89EF-D9A061C1B8CA}" type="presOf" srcId="{F384D33A-B885-4279-89C7-412C3A29B98A}" destId="{1C408C14-F73E-48B4-95E1-140E082E344C}" srcOrd="0" destOrd="0" presId="urn:microsoft.com/office/officeart/2018/5/layout/IconCircleLabelList"/>
    <dgm:cxn modelId="{1C4BC0E7-429B-478E-9376-195CB344B0A9}" type="presParOf" srcId="{F2416E02-73CB-49C8-908F-5C27D7EB57CC}" destId="{B8B442EF-F459-4D15-A40D-1F36B272A31C}" srcOrd="0" destOrd="0" presId="urn:microsoft.com/office/officeart/2018/5/layout/IconCircleLabelList"/>
    <dgm:cxn modelId="{FB8D34CF-E111-459E-8C75-C9027A275A76}" type="presParOf" srcId="{B8B442EF-F459-4D15-A40D-1F36B272A31C}" destId="{2AFEFE5B-D86B-439D-BD69-E8B4FCBB5ED3}" srcOrd="0" destOrd="0" presId="urn:microsoft.com/office/officeart/2018/5/layout/IconCircleLabelList"/>
    <dgm:cxn modelId="{B8E762E8-6F77-40AB-BE63-AF21B8A131A4}" type="presParOf" srcId="{B8B442EF-F459-4D15-A40D-1F36B272A31C}" destId="{D9A02B49-A988-493B-9B4A-F294E4A8B489}" srcOrd="1" destOrd="0" presId="urn:microsoft.com/office/officeart/2018/5/layout/IconCircleLabelList"/>
    <dgm:cxn modelId="{2AA751AC-6D0D-496B-976B-39A31C3BE29A}" type="presParOf" srcId="{B8B442EF-F459-4D15-A40D-1F36B272A31C}" destId="{9631EB9E-7546-47BD-8B7E-60EB9BC8D39A}" srcOrd="2" destOrd="0" presId="urn:microsoft.com/office/officeart/2018/5/layout/IconCircleLabelList"/>
    <dgm:cxn modelId="{C199DFA9-67C0-4005-8FFE-6CA9C414FBAC}" type="presParOf" srcId="{B8B442EF-F459-4D15-A40D-1F36B272A31C}" destId="{330A14C5-906B-4E21-AC12-93DAFD43C26C}" srcOrd="3" destOrd="0" presId="urn:microsoft.com/office/officeart/2018/5/layout/IconCircleLabelList"/>
    <dgm:cxn modelId="{F3E1236B-FA22-4239-9344-5F9295EDF004}" type="presParOf" srcId="{F2416E02-73CB-49C8-908F-5C27D7EB57CC}" destId="{964C890E-A6BC-4518-A420-F072C0BFEDE1}" srcOrd="1" destOrd="0" presId="urn:microsoft.com/office/officeart/2018/5/layout/IconCircleLabelList"/>
    <dgm:cxn modelId="{138F3433-450F-40B7-B7EF-41E5BC187346}" type="presParOf" srcId="{F2416E02-73CB-49C8-908F-5C27D7EB57CC}" destId="{5E38E43E-3FFE-4222-BD72-1B67EEF249B9}" srcOrd="2" destOrd="0" presId="urn:microsoft.com/office/officeart/2018/5/layout/IconCircleLabelList"/>
    <dgm:cxn modelId="{BBE2FA8C-CCDD-4C91-A757-EAF76C9E99FC}" type="presParOf" srcId="{5E38E43E-3FFE-4222-BD72-1B67EEF249B9}" destId="{52B58C6C-0081-4C5E-A4CB-D836796A51CB}" srcOrd="0" destOrd="0" presId="urn:microsoft.com/office/officeart/2018/5/layout/IconCircleLabelList"/>
    <dgm:cxn modelId="{02E42B80-43D3-4435-8DFD-8B84AD9CFE87}" type="presParOf" srcId="{5E38E43E-3FFE-4222-BD72-1B67EEF249B9}" destId="{16179C5B-8549-4281-A180-052B065CFBC9}" srcOrd="1" destOrd="0" presId="urn:microsoft.com/office/officeart/2018/5/layout/IconCircleLabelList"/>
    <dgm:cxn modelId="{53A4BC8F-2622-4047-8C7A-B4523C3FC163}" type="presParOf" srcId="{5E38E43E-3FFE-4222-BD72-1B67EEF249B9}" destId="{DA33608E-365A-42D0-A21E-DE67EF3CA2F1}" srcOrd="2" destOrd="0" presId="urn:microsoft.com/office/officeart/2018/5/layout/IconCircleLabelList"/>
    <dgm:cxn modelId="{CD252E3A-9852-4AC7-B91D-4C4D0E92AC41}" type="presParOf" srcId="{5E38E43E-3FFE-4222-BD72-1B67EEF249B9}" destId="{3C68570C-4451-460E-8A97-B7B7DF6D92AF}" srcOrd="3" destOrd="0" presId="urn:microsoft.com/office/officeart/2018/5/layout/IconCircleLabelList"/>
    <dgm:cxn modelId="{64B0A285-9B43-46D0-9DA4-555F305B0AFB}" type="presParOf" srcId="{F2416E02-73CB-49C8-908F-5C27D7EB57CC}" destId="{FB7740C6-C63A-486B-B923-284EDFD88D51}" srcOrd="3" destOrd="0" presId="urn:microsoft.com/office/officeart/2018/5/layout/IconCircleLabelList"/>
    <dgm:cxn modelId="{2E736385-F8BA-4555-909C-3C0877CDB023}" type="presParOf" srcId="{F2416E02-73CB-49C8-908F-5C27D7EB57CC}" destId="{C956BF6A-14AF-4263-8A8A-D56E17062E8A}" srcOrd="4" destOrd="0" presId="urn:microsoft.com/office/officeart/2018/5/layout/IconCircleLabelList"/>
    <dgm:cxn modelId="{B1530A36-5338-4FD3-BB09-0640908EC64C}" type="presParOf" srcId="{C956BF6A-14AF-4263-8A8A-D56E17062E8A}" destId="{B6E1B584-8C26-4B89-8BFA-A7573A462394}" srcOrd="0" destOrd="0" presId="urn:microsoft.com/office/officeart/2018/5/layout/IconCircleLabelList"/>
    <dgm:cxn modelId="{8CAF5E9A-AA5E-4B4D-89A6-78D0607689DB}" type="presParOf" srcId="{C956BF6A-14AF-4263-8A8A-D56E17062E8A}" destId="{ACA1DCE1-267A-41F0-B6A7-ED0B6D20854A}" srcOrd="1" destOrd="0" presId="urn:microsoft.com/office/officeart/2018/5/layout/IconCircleLabelList"/>
    <dgm:cxn modelId="{2E44ACAA-41D2-4FF8-ACA2-A146751F131D}" type="presParOf" srcId="{C956BF6A-14AF-4263-8A8A-D56E17062E8A}" destId="{73D41280-DD92-496A-AA96-54E2A794FB8E}" srcOrd="2" destOrd="0" presId="urn:microsoft.com/office/officeart/2018/5/layout/IconCircleLabelList"/>
    <dgm:cxn modelId="{E48CFF94-1957-4C9A-A5E0-AD828B88BC33}" type="presParOf" srcId="{C956BF6A-14AF-4263-8A8A-D56E17062E8A}" destId="{1C408C14-F73E-48B4-95E1-140E082E344C}" srcOrd="3" destOrd="0" presId="urn:microsoft.com/office/officeart/2018/5/layout/IconCircleLabelList"/>
    <dgm:cxn modelId="{30CA3568-1C9A-451D-A4CE-102176D5D98D}" type="presParOf" srcId="{F2416E02-73CB-49C8-908F-5C27D7EB57CC}" destId="{69D98680-3487-4471-992C-562F7722BED7}" srcOrd="5" destOrd="0" presId="urn:microsoft.com/office/officeart/2018/5/layout/IconCircleLabelList"/>
    <dgm:cxn modelId="{61A9DC34-F242-4EAE-9FA3-73258BCF9F74}" type="presParOf" srcId="{F2416E02-73CB-49C8-908F-5C27D7EB57CC}" destId="{BB373415-3AEC-4B3D-B8F0-544087A640DE}" srcOrd="6" destOrd="0" presId="urn:microsoft.com/office/officeart/2018/5/layout/IconCircleLabelList"/>
    <dgm:cxn modelId="{B1F451CE-A8B0-4BBB-85AB-D0554FA825B8}" type="presParOf" srcId="{BB373415-3AEC-4B3D-B8F0-544087A640DE}" destId="{5076C398-B521-4757-87A9-1B1BFC861DD2}" srcOrd="0" destOrd="0" presId="urn:microsoft.com/office/officeart/2018/5/layout/IconCircleLabelList"/>
    <dgm:cxn modelId="{092527CC-3E61-4248-A716-4746BA235628}" type="presParOf" srcId="{BB373415-3AEC-4B3D-B8F0-544087A640DE}" destId="{5DF967A3-3765-433C-9D0B-2B27B2D1301F}" srcOrd="1" destOrd="0" presId="urn:microsoft.com/office/officeart/2018/5/layout/IconCircleLabelList"/>
    <dgm:cxn modelId="{BE44C437-5055-4177-8E66-8C4F89C619D8}" type="presParOf" srcId="{BB373415-3AEC-4B3D-B8F0-544087A640DE}" destId="{5CCFBE6D-B80A-422F-9788-D1B147C126F7}" srcOrd="2" destOrd="0" presId="urn:microsoft.com/office/officeart/2018/5/layout/IconCircleLabelList"/>
    <dgm:cxn modelId="{DE4D824A-85AE-4FC4-B8F9-6F5814CF6291}" type="presParOf" srcId="{BB373415-3AEC-4B3D-B8F0-544087A640DE}" destId="{534B201E-F2AD-453D-B4BB-E6AD9B5E0967}"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006E9C-3F8A-4F15-88B0-C6FB8EC3E436}"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C47FFD3F-3EA0-4DC2-BB5F-76A9BE9B895D}">
      <dgm:prSet/>
      <dgm:spPr/>
      <dgm:t>
        <a:bodyPr/>
        <a:lstStyle/>
        <a:p>
          <a:pPr>
            <a:defRPr cap="all"/>
          </a:pPr>
          <a:r>
            <a:rPr lang="en-US"/>
            <a:t>Use the process during SDLC</a:t>
          </a:r>
        </a:p>
      </dgm:t>
    </dgm:pt>
    <dgm:pt modelId="{7139D5E0-2551-41DA-B9C7-C2C6D1A717DD}" type="parTrans" cxnId="{1C577824-A7CB-4743-802B-80B483250BA3}">
      <dgm:prSet/>
      <dgm:spPr/>
      <dgm:t>
        <a:bodyPr/>
        <a:lstStyle/>
        <a:p>
          <a:endParaRPr lang="en-US"/>
        </a:p>
      </dgm:t>
    </dgm:pt>
    <dgm:pt modelId="{787DD597-2FC0-4CAF-A3EB-A81CA31DCA13}" type="sibTrans" cxnId="{1C577824-A7CB-4743-802B-80B483250BA3}">
      <dgm:prSet/>
      <dgm:spPr/>
      <dgm:t>
        <a:bodyPr/>
        <a:lstStyle/>
        <a:p>
          <a:endParaRPr lang="en-US"/>
        </a:p>
      </dgm:t>
    </dgm:pt>
    <dgm:pt modelId="{277520B1-7D3F-4C56-B373-1FCF64532954}">
      <dgm:prSet/>
      <dgm:spPr/>
      <dgm:t>
        <a:bodyPr/>
        <a:lstStyle/>
        <a:p>
          <a:pPr>
            <a:defRPr cap="all"/>
          </a:pPr>
          <a:r>
            <a:rPr lang="en-US"/>
            <a:t>Perform reviews as planned</a:t>
          </a:r>
        </a:p>
      </dgm:t>
    </dgm:pt>
    <dgm:pt modelId="{E767A49C-AF91-4742-BA10-5E0EB1F82F50}" type="parTrans" cxnId="{D489A78A-D6D9-4C62-8CE1-90C2BD0DE2B1}">
      <dgm:prSet/>
      <dgm:spPr/>
      <dgm:t>
        <a:bodyPr/>
        <a:lstStyle/>
        <a:p>
          <a:endParaRPr lang="en-US"/>
        </a:p>
      </dgm:t>
    </dgm:pt>
    <dgm:pt modelId="{2AFBB9C6-1A2D-43A4-BBFD-CC9131D5264B}" type="sibTrans" cxnId="{D489A78A-D6D9-4C62-8CE1-90C2BD0DE2B1}">
      <dgm:prSet/>
      <dgm:spPr/>
      <dgm:t>
        <a:bodyPr/>
        <a:lstStyle/>
        <a:p>
          <a:endParaRPr lang="en-US"/>
        </a:p>
      </dgm:t>
    </dgm:pt>
    <dgm:pt modelId="{B435C0D0-2982-48E7-BA01-D2E461D33BDF}">
      <dgm:prSet/>
      <dgm:spPr/>
      <dgm:t>
        <a:bodyPr/>
        <a:lstStyle/>
        <a:p>
          <a:pPr>
            <a:defRPr cap="all"/>
          </a:pPr>
          <a:r>
            <a:rPr lang="en-US"/>
            <a:t>Apply agreed standards</a:t>
          </a:r>
        </a:p>
      </dgm:t>
    </dgm:pt>
    <dgm:pt modelId="{B746512A-E716-41F6-BB9F-DF0F5AE746E9}" type="parTrans" cxnId="{4F143073-CBE4-4EF6-ABF5-5FC074479C0D}">
      <dgm:prSet/>
      <dgm:spPr/>
      <dgm:t>
        <a:bodyPr/>
        <a:lstStyle/>
        <a:p>
          <a:endParaRPr lang="en-US"/>
        </a:p>
      </dgm:t>
    </dgm:pt>
    <dgm:pt modelId="{418EFE6E-886E-48A7-8A3A-80B3089518DE}" type="sibTrans" cxnId="{4F143073-CBE4-4EF6-ABF5-5FC074479C0D}">
      <dgm:prSet/>
      <dgm:spPr/>
      <dgm:t>
        <a:bodyPr/>
        <a:lstStyle/>
        <a:p>
          <a:endParaRPr lang="en-US"/>
        </a:p>
      </dgm:t>
    </dgm:pt>
    <dgm:pt modelId="{0D6EDCFA-34EE-4664-911D-726B966B0D88}">
      <dgm:prSet/>
      <dgm:spPr/>
      <dgm:t>
        <a:bodyPr/>
        <a:lstStyle/>
        <a:p>
          <a:pPr>
            <a:defRPr cap="all"/>
          </a:pPr>
          <a:r>
            <a:rPr lang="en-US"/>
            <a:t>Document outcomes and findings</a:t>
          </a:r>
        </a:p>
      </dgm:t>
    </dgm:pt>
    <dgm:pt modelId="{BD6214CE-8EBC-41F0-8D11-E0F88E508067}" type="parTrans" cxnId="{192D414B-7631-4BDB-AF1F-7A7FD6C16231}">
      <dgm:prSet/>
      <dgm:spPr/>
      <dgm:t>
        <a:bodyPr/>
        <a:lstStyle/>
        <a:p>
          <a:endParaRPr lang="en-US"/>
        </a:p>
      </dgm:t>
    </dgm:pt>
    <dgm:pt modelId="{FE7BEA48-81E5-4FB8-A74E-FE48B682BFD9}" type="sibTrans" cxnId="{192D414B-7631-4BDB-AF1F-7A7FD6C16231}">
      <dgm:prSet/>
      <dgm:spPr/>
      <dgm:t>
        <a:bodyPr/>
        <a:lstStyle/>
        <a:p>
          <a:endParaRPr lang="en-US"/>
        </a:p>
      </dgm:t>
    </dgm:pt>
    <dgm:pt modelId="{76A308C4-76F0-401A-BDAF-BDEF3C485610}" type="pres">
      <dgm:prSet presAssocID="{FA006E9C-3F8A-4F15-88B0-C6FB8EC3E436}" presName="root" presStyleCnt="0">
        <dgm:presLayoutVars>
          <dgm:dir/>
          <dgm:resizeHandles val="exact"/>
        </dgm:presLayoutVars>
      </dgm:prSet>
      <dgm:spPr/>
    </dgm:pt>
    <dgm:pt modelId="{F76BAEF4-09F8-405B-AC87-A1F982C29DA4}" type="pres">
      <dgm:prSet presAssocID="{C47FFD3F-3EA0-4DC2-BB5F-76A9BE9B895D}" presName="compNode" presStyleCnt="0"/>
      <dgm:spPr/>
    </dgm:pt>
    <dgm:pt modelId="{5A83B8D4-92DF-4A0B-ACE3-7CF24C38CF88}" type="pres">
      <dgm:prSet presAssocID="{C47FFD3F-3EA0-4DC2-BB5F-76A9BE9B895D}" presName="iconBgRect" presStyleLbl="bgShp" presStyleIdx="0" presStyleCnt="4"/>
      <dgm:spPr/>
    </dgm:pt>
    <dgm:pt modelId="{45128C3A-0E07-4C0E-A66E-058919A63B01}" type="pres">
      <dgm:prSet presAssocID="{C47FFD3F-3EA0-4DC2-BB5F-76A9BE9B895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ngerprint"/>
        </a:ext>
      </dgm:extLst>
    </dgm:pt>
    <dgm:pt modelId="{D8B3EF48-32C1-45E5-B37D-89E2FCAB108C}" type="pres">
      <dgm:prSet presAssocID="{C47FFD3F-3EA0-4DC2-BB5F-76A9BE9B895D}" presName="spaceRect" presStyleCnt="0"/>
      <dgm:spPr/>
    </dgm:pt>
    <dgm:pt modelId="{490A244E-7FDA-4B76-A13D-EAC78E379E70}" type="pres">
      <dgm:prSet presAssocID="{C47FFD3F-3EA0-4DC2-BB5F-76A9BE9B895D}" presName="textRect" presStyleLbl="revTx" presStyleIdx="0" presStyleCnt="4">
        <dgm:presLayoutVars>
          <dgm:chMax val="1"/>
          <dgm:chPref val="1"/>
        </dgm:presLayoutVars>
      </dgm:prSet>
      <dgm:spPr/>
    </dgm:pt>
    <dgm:pt modelId="{933E5011-A7FD-4D8B-B937-6D26FAEA2494}" type="pres">
      <dgm:prSet presAssocID="{787DD597-2FC0-4CAF-A3EB-A81CA31DCA13}" presName="sibTrans" presStyleCnt="0"/>
      <dgm:spPr/>
    </dgm:pt>
    <dgm:pt modelId="{65E83415-5526-4F25-9080-850A4F7E9E2F}" type="pres">
      <dgm:prSet presAssocID="{277520B1-7D3F-4C56-B373-1FCF64532954}" presName="compNode" presStyleCnt="0"/>
      <dgm:spPr/>
    </dgm:pt>
    <dgm:pt modelId="{2675E036-225F-4AA5-9D27-5BB59F295D82}" type="pres">
      <dgm:prSet presAssocID="{277520B1-7D3F-4C56-B373-1FCF64532954}" presName="iconBgRect" presStyleLbl="bgShp" presStyleIdx="1" presStyleCnt="4"/>
      <dgm:spPr/>
    </dgm:pt>
    <dgm:pt modelId="{C91BB86C-3380-4523-9C3A-B893D1ABB2D5}" type="pres">
      <dgm:prSet presAssocID="{277520B1-7D3F-4C56-B373-1FCF6453295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cklog"/>
        </a:ext>
      </dgm:extLst>
    </dgm:pt>
    <dgm:pt modelId="{9CA3C391-9B3E-4B87-86D6-6DBC00385838}" type="pres">
      <dgm:prSet presAssocID="{277520B1-7D3F-4C56-B373-1FCF64532954}" presName="spaceRect" presStyleCnt="0"/>
      <dgm:spPr/>
    </dgm:pt>
    <dgm:pt modelId="{EF72B7C5-2E94-4F74-A795-542C1FFDDF73}" type="pres">
      <dgm:prSet presAssocID="{277520B1-7D3F-4C56-B373-1FCF64532954}" presName="textRect" presStyleLbl="revTx" presStyleIdx="1" presStyleCnt="4">
        <dgm:presLayoutVars>
          <dgm:chMax val="1"/>
          <dgm:chPref val="1"/>
        </dgm:presLayoutVars>
      </dgm:prSet>
      <dgm:spPr/>
    </dgm:pt>
    <dgm:pt modelId="{ED0FF72B-4F24-4E65-8189-034A745F328D}" type="pres">
      <dgm:prSet presAssocID="{2AFBB9C6-1A2D-43A4-BBFD-CC9131D5264B}" presName="sibTrans" presStyleCnt="0"/>
      <dgm:spPr/>
    </dgm:pt>
    <dgm:pt modelId="{10F48B6C-8F72-4519-93B9-CE19C8C46868}" type="pres">
      <dgm:prSet presAssocID="{B435C0D0-2982-48E7-BA01-D2E461D33BDF}" presName="compNode" presStyleCnt="0"/>
      <dgm:spPr/>
    </dgm:pt>
    <dgm:pt modelId="{C9B333DA-E433-423B-8DC9-BD082C95832D}" type="pres">
      <dgm:prSet presAssocID="{B435C0D0-2982-48E7-BA01-D2E461D33BDF}" presName="iconBgRect" presStyleLbl="bgShp" presStyleIdx="2" presStyleCnt="4"/>
      <dgm:spPr/>
    </dgm:pt>
    <dgm:pt modelId="{055D02E8-BB1C-43F3-9B57-B8BA73394151}" type="pres">
      <dgm:prSet presAssocID="{B435C0D0-2982-48E7-BA01-D2E461D33BD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Visio Diagram"/>
        </a:ext>
      </dgm:extLst>
    </dgm:pt>
    <dgm:pt modelId="{8484960D-300F-4B73-BEF5-7B2D9E79FB0A}" type="pres">
      <dgm:prSet presAssocID="{B435C0D0-2982-48E7-BA01-D2E461D33BDF}" presName="spaceRect" presStyleCnt="0"/>
      <dgm:spPr/>
    </dgm:pt>
    <dgm:pt modelId="{6186BFD4-8E00-4B0E-868E-D6E6F365AD27}" type="pres">
      <dgm:prSet presAssocID="{B435C0D0-2982-48E7-BA01-D2E461D33BDF}" presName="textRect" presStyleLbl="revTx" presStyleIdx="2" presStyleCnt="4">
        <dgm:presLayoutVars>
          <dgm:chMax val="1"/>
          <dgm:chPref val="1"/>
        </dgm:presLayoutVars>
      </dgm:prSet>
      <dgm:spPr/>
    </dgm:pt>
    <dgm:pt modelId="{1154042C-2810-496F-BCE1-A5BC277A3AB6}" type="pres">
      <dgm:prSet presAssocID="{418EFE6E-886E-48A7-8A3A-80B3089518DE}" presName="sibTrans" presStyleCnt="0"/>
      <dgm:spPr/>
    </dgm:pt>
    <dgm:pt modelId="{83241FC9-B272-4E9D-907D-F8D438D92826}" type="pres">
      <dgm:prSet presAssocID="{0D6EDCFA-34EE-4664-911D-726B966B0D88}" presName="compNode" presStyleCnt="0"/>
      <dgm:spPr/>
    </dgm:pt>
    <dgm:pt modelId="{5A7D7BF8-AC99-417B-9FDE-AF7D76642090}" type="pres">
      <dgm:prSet presAssocID="{0D6EDCFA-34EE-4664-911D-726B966B0D88}" presName="iconBgRect" presStyleLbl="bgShp" presStyleIdx="3" presStyleCnt="4"/>
      <dgm:spPr/>
    </dgm:pt>
    <dgm:pt modelId="{DCF45D63-9694-4259-A0BD-79971976FF05}" type="pres">
      <dgm:prSet presAssocID="{0D6EDCFA-34EE-4664-911D-726B966B0D8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port Add"/>
        </a:ext>
      </dgm:extLst>
    </dgm:pt>
    <dgm:pt modelId="{3D820572-87ED-4F74-8126-88EB908F7368}" type="pres">
      <dgm:prSet presAssocID="{0D6EDCFA-34EE-4664-911D-726B966B0D88}" presName="spaceRect" presStyleCnt="0"/>
      <dgm:spPr/>
    </dgm:pt>
    <dgm:pt modelId="{0AA1A6CE-36F0-483A-98A8-BC97192ECA71}" type="pres">
      <dgm:prSet presAssocID="{0D6EDCFA-34EE-4664-911D-726B966B0D88}" presName="textRect" presStyleLbl="revTx" presStyleIdx="3" presStyleCnt="4">
        <dgm:presLayoutVars>
          <dgm:chMax val="1"/>
          <dgm:chPref val="1"/>
        </dgm:presLayoutVars>
      </dgm:prSet>
      <dgm:spPr/>
    </dgm:pt>
  </dgm:ptLst>
  <dgm:cxnLst>
    <dgm:cxn modelId="{1C577824-A7CB-4743-802B-80B483250BA3}" srcId="{FA006E9C-3F8A-4F15-88B0-C6FB8EC3E436}" destId="{C47FFD3F-3EA0-4DC2-BB5F-76A9BE9B895D}" srcOrd="0" destOrd="0" parTransId="{7139D5E0-2551-41DA-B9C7-C2C6D1A717DD}" sibTransId="{787DD597-2FC0-4CAF-A3EB-A81CA31DCA13}"/>
    <dgm:cxn modelId="{192D414B-7631-4BDB-AF1F-7A7FD6C16231}" srcId="{FA006E9C-3F8A-4F15-88B0-C6FB8EC3E436}" destId="{0D6EDCFA-34EE-4664-911D-726B966B0D88}" srcOrd="3" destOrd="0" parTransId="{BD6214CE-8EBC-41F0-8D11-E0F88E508067}" sibTransId="{FE7BEA48-81E5-4FB8-A74E-FE48B682BFD9}"/>
    <dgm:cxn modelId="{4F143073-CBE4-4EF6-ABF5-5FC074479C0D}" srcId="{FA006E9C-3F8A-4F15-88B0-C6FB8EC3E436}" destId="{B435C0D0-2982-48E7-BA01-D2E461D33BDF}" srcOrd="2" destOrd="0" parTransId="{B746512A-E716-41F6-BB9F-DF0F5AE746E9}" sibTransId="{418EFE6E-886E-48A7-8A3A-80B3089518DE}"/>
    <dgm:cxn modelId="{12E9AB87-0832-4E1E-A6C1-41A33C0D025C}" type="presOf" srcId="{B435C0D0-2982-48E7-BA01-D2E461D33BDF}" destId="{6186BFD4-8E00-4B0E-868E-D6E6F365AD27}" srcOrd="0" destOrd="0" presId="urn:microsoft.com/office/officeart/2018/5/layout/IconCircleLabelList"/>
    <dgm:cxn modelId="{D489A78A-D6D9-4C62-8CE1-90C2BD0DE2B1}" srcId="{FA006E9C-3F8A-4F15-88B0-C6FB8EC3E436}" destId="{277520B1-7D3F-4C56-B373-1FCF64532954}" srcOrd="1" destOrd="0" parTransId="{E767A49C-AF91-4742-BA10-5E0EB1F82F50}" sibTransId="{2AFBB9C6-1A2D-43A4-BBFD-CC9131D5264B}"/>
    <dgm:cxn modelId="{E36CEF8A-962D-4416-B03A-B63C94764AC6}" type="presOf" srcId="{0D6EDCFA-34EE-4664-911D-726B966B0D88}" destId="{0AA1A6CE-36F0-483A-98A8-BC97192ECA71}" srcOrd="0" destOrd="0" presId="urn:microsoft.com/office/officeart/2018/5/layout/IconCircleLabelList"/>
    <dgm:cxn modelId="{0A629291-0FF2-46F0-A31A-5B130902CCE4}" type="presOf" srcId="{277520B1-7D3F-4C56-B373-1FCF64532954}" destId="{EF72B7C5-2E94-4F74-A795-542C1FFDDF73}" srcOrd="0" destOrd="0" presId="urn:microsoft.com/office/officeart/2018/5/layout/IconCircleLabelList"/>
    <dgm:cxn modelId="{D6CAA8D4-E3DF-449A-94AA-45A3642ED573}" type="presOf" srcId="{C47FFD3F-3EA0-4DC2-BB5F-76A9BE9B895D}" destId="{490A244E-7FDA-4B76-A13D-EAC78E379E70}" srcOrd="0" destOrd="0" presId="urn:microsoft.com/office/officeart/2018/5/layout/IconCircleLabelList"/>
    <dgm:cxn modelId="{7D5D50FD-60DF-4A9A-9C56-50D309D4C05B}" type="presOf" srcId="{FA006E9C-3F8A-4F15-88B0-C6FB8EC3E436}" destId="{76A308C4-76F0-401A-BDAF-BDEF3C485610}" srcOrd="0" destOrd="0" presId="urn:microsoft.com/office/officeart/2018/5/layout/IconCircleLabelList"/>
    <dgm:cxn modelId="{8AC7BC1F-A764-429D-A751-1FAD4989E67E}" type="presParOf" srcId="{76A308C4-76F0-401A-BDAF-BDEF3C485610}" destId="{F76BAEF4-09F8-405B-AC87-A1F982C29DA4}" srcOrd="0" destOrd="0" presId="urn:microsoft.com/office/officeart/2018/5/layout/IconCircleLabelList"/>
    <dgm:cxn modelId="{DB5A92F9-6431-4770-9C8C-CCE26ACC6DCA}" type="presParOf" srcId="{F76BAEF4-09F8-405B-AC87-A1F982C29DA4}" destId="{5A83B8D4-92DF-4A0B-ACE3-7CF24C38CF88}" srcOrd="0" destOrd="0" presId="urn:microsoft.com/office/officeart/2018/5/layout/IconCircleLabelList"/>
    <dgm:cxn modelId="{E90E3EE7-663D-4787-A4F9-6BA322B5F66C}" type="presParOf" srcId="{F76BAEF4-09F8-405B-AC87-A1F982C29DA4}" destId="{45128C3A-0E07-4C0E-A66E-058919A63B01}" srcOrd="1" destOrd="0" presId="urn:microsoft.com/office/officeart/2018/5/layout/IconCircleLabelList"/>
    <dgm:cxn modelId="{334F008F-D7AB-492B-9403-9FE3DEAAF23D}" type="presParOf" srcId="{F76BAEF4-09F8-405B-AC87-A1F982C29DA4}" destId="{D8B3EF48-32C1-45E5-B37D-89E2FCAB108C}" srcOrd="2" destOrd="0" presId="urn:microsoft.com/office/officeart/2018/5/layout/IconCircleLabelList"/>
    <dgm:cxn modelId="{000EF461-46F5-4A53-9982-821197907FD8}" type="presParOf" srcId="{F76BAEF4-09F8-405B-AC87-A1F982C29DA4}" destId="{490A244E-7FDA-4B76-A13D-EAC78E379E70}" srcOrd="3" destOrd="0" presId="urn:microsoft.com/office/officeart/2018/5/layout/IconCircleLabelList"/>
    <dgm:cxn modelId="{9CF217BD-AE5E-434C-9488-89832011B7C5}" type="presParOf" srcId="{76A308C4-76F0-401A-BDAF-BDEF3C485610}" destId="{933E5011-A7FD-4D8B-B937-6D26FAEA2494}" srcOrd="1" destOrd="0" presId="urn:microsoft.com/office/officeart/2018/5/layout/IconCircleLabelList"/>
    <dgm:cxn modelId="{36CBDCB1-DEA0-4741-832F-5E978ECD50CF}" type="presParOf" srcId="{76A308C4-76F0-401A-BDAF-BDEF3C485610}" destId="{65E83415-5526-4F25-9080-850A4F7E9E2F}" srcOrd="2" destOrd="0" presId="urn:microsoft.com/office/officeart/2018/5/layout/IconCircleLabelList"/>
    <dgm:cxn modelId="{6749073A-4D04-44B9-9B2A-2FBB8FA24A9E}" type="presParOf" srcId="{65E83415-5526-4F25-9080-850A4F7E9E2F}" destId="{2675E036-225F-4AA5-9D27-5BB59F295D82}" srcOrd="0" destOrd="0" presId="urn:microsoft.com/office/officeart/2018/5/layout/IconCircleLabelList"/>
    <dgm:cxn modelId="{BDA7422C-4B10-44DC-8485-DC96089E6696}" type="presParOf" srcId="{65E83415-5526-4F25-9080-850A4F7E9E2F}" destId="{C91BB86C-3380-4523-9C3A-B893D1ABB2D5}" srcOrd="1" destOrd="0" presId="urn:microsoft.com/office/officeart/2018/5/layout/IconCircleLabelList"/>
    <dgm:cxn modelId="{05868CE6-D1E3-4CCB-8516-0E7C7EF6E47D}" type="presParOf" srcId="{65E83415-5526-4F25-9080-850A4F7E9E2F}" destId="{9CA3C391-9B3E-4B87-86D6-6DBC00385838}" srcOrd="2" destOrd="0" presId="urn:microsoft.com/office/officeart/2018/5/layout/IconCircleLabelList"/>
    <dgm:cxn modelId="{33B5EEBC-B359-413F-A125-F705468C6A1C}" type="presParOf" srcId="{65E83415-5526-4F25-9080-850A4F7E9E2F}" destId="{EF72B7C5-2E94-4F74-A795-542C1FFDDF73}" srcOrd="3" destOrd="0" presId="urn:microsoft.com/office/officeart/2018/5/layout/IconCircleLabelList"/>
    <dgm:cxn modelId="{489E0845-832A-4493-B65F-CDB38767B5ED}" type="presParOf" srcId="{76A308C4-76F0-401A-BDAF-BDEF3C485610}" destId="{ED0FF72B-4F24-4E65-8189-034A745F328D}" srcOrd="3" destOrd="0" presId="urn:microsoft.com/office/officeart/2018/5/layout/IconCircleLabelList"/>
    <dgm:cxn modelId="{6637E91E-3A75-4F09-81C5-5BD5BA969EB1}" type="presParOf" srcId="{76A308C4-76F0-401A-BDAF-BDEF3C485610}" destId="{10F48B6C-8F72-4519-93B9-CE19C8C46868}" srcOrd="4" destOrd="0" presId="urn:microsoft.com/office/officeart/2018/5/layout/IconCircleLabelList"/>
    <dgm:cxn modelId="{174A7774-5AF3-455D-AA4E-3D59FDDADB8D}" type="presParOf" srcId="{10F48B6C-8F72-4519-93B9-CE19C8C46868}" destId="{C9B333DA-E433-423B-8DC9-BD082C95832D}" srcOrd="0" destOrd="0" presId="urn:microsoft.com/office/officeart/2018/5/layout/IconCircleLabelList"/>
    <dgm:cxn modelId="{78E761E4-46BC-4CAB-BA65-DDC18C13F7BD}" type="presParOf" srcId="{10F48B6C-8F72-4519-93B9-CE19C8C46868}" destId="{055D02E8-BB1C-43F3-9B57-B8BA73394151}" srcOrd="1" destOrd="0" presId="urn:microsoft.com/office/officeart/2018/5/layout/IconCircleLabelList"/>
    <dgm:cxn modelId="{7033602F-A7B0-4FD0-9289-838F1C92BB57}" type="presParOf" srcId="{10F48B6C-8F72-4519-93B9-CE19C8C46868}" destId="{8484960D-300F-4B73-BEF5-7B2D9E79FB0A}" srcOrd="2" destOrd="0" presId="urn:microsoft.com/office/officeart/2018/5/layout/IconCircleLabelList"/>
    <dgm:cxn modelId="{A9AB6AF1-80ED-4EB9-AF29-88C60CC1950A}" type="presParOf" srcId="{10F48B6C-8F72-4519-93B9-CE19C8C46868}" destId="{6186BFD4-8E00-4B0E-868E-D6E6F365AD27}" srcOrd="3" destOrd="0" presId="urn:microsoft.com/office/officeart/2018/5/layout/IconCircleLabelList"/>
    <dgm:cxn modelId="{D8E7C776-2E94-4D72-A5EB-BFCDD9815194}" type="presParOf" srcId="{76A308C4-76F0-401A-BDAF-BDEF3C485610}" destId="{1154042C-2810-496F-BCE1-A5BC277A3AB6}" srcOrd="5" destOrd="0" presId="urn:microsoft.com/office/officeart/2018/5/layout/IconCircleLabelList"/>
    <dgm:cxn modelId="{A7B57ED1-BE27-4566-AC94-944413904E25}" type="presParOf" srcId="{76A308C4-76F0-401A-BDAF-BDEF3C485610}" destId="{83241FC9-B272-4E9D-907D-F8D438D92826}" srcOrd="6" destOrd="0" presId="urn:microsoft.com/office/officeart/2018/5/layout/IconCircleLabelList"/>
    <dgm:cxn modelId="{8ECE04B7-A1ED-4556-A072-B6DAAC45C6E7}" type="presParOf" srcId="{83241FC9-B272-4E9D-907D-F8D438D92826}" destId="{5A7D7BF8-AC99-417B-9FDE-AF7D76642090}" srcOrd="0" destOrd="0" presId="urn:microsoft.com/office/officeart/2018/5/layout/IconCircleLabelList"/>
    <dgm:cxn modelId="{0765253F-B67E-4A4F-84E5-01E58A277CEB}" type="presParOf" srcId="{83241FC9-B272-4E9D-907D-F8D438D92826}" destId="{DCF45D63-9694-4259-A0BD-79971976FF05}" srcOrd="1" destOrd="0" presId="urn:microsoft.com/office/officeart/2018/5/layout/IconCircleLabelList"/>
    <dgm:cxn modelId="{5D0A91F8-2832-42BA-B3CE-A1FB33A45FD6}" type="presParOf" srcId="{83241FC9-B272-4E9D-907D-F8D438D92826}" destId="{3D820572-87ED-4F74-8126-88EB908F7368}" srcOrd="2" destOrd="0" presId="urn:microsoft.com/office/officeart/2018/5/layout/IconCircleLabelList"/>
    <dgm:cxn modelId="{AB0AEC05-66EE-4A98-876E-1ECF8430E4F0}" type="presParOf" srcId="{83241FC9-B272-4E9D-907D-F8D438D92826}" destId="{0AA1A6CE-36F0-483A-98A8-BC97192ECA71}"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9541AD6-6D96-4E3D-B65E-2E3385064171}"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76C5E915-4BB2-4497-B3E0-6B916E5FFF3E}">
      <dgm:prSet/>
      <dgm:spPr/>
      <dgm:t>
        <a:bodyPr/>
        <a:lstStyle/>
        <a:p>
          <a:pPr>
            <a:defRPr cap="all"/>
          </a:pPr>
          <a:r>
            <a:rPr lang="en-US"/>
            <a:t>Verify process was followed</a:t>
          </a:r>
        </a:p>
      </dgm:t>
    </dgm:pt>
    <dgm:pt modelId="{C5069164-7F9C-44B9-9E5A-7B264D923558}" type="parTrans" cxnId="{28E6896D-8ACE-45B7-978E-2E79B1895F63}">
      <dgm:prSet/>
      <dgm:spPr/>
      <dgm:t>
        <a:bodyPr/>
        <a:lstStyle/>
        <a:p>
          <a:endParaRPr lang="en-US"/>
        </a:p>
      </dgm:t>
    </dgm:pt>
    <dgm:pt modelId="{26C85419-A406-43A5-AE7A-3A0B2E232ABE}" type="sibTrans" cxnId="{28E6896D-8ACE-45B7-978E-2E79B1895F63}">
      <dgm:prSet/>
      <dgm:spPr/>
      <dgm:t>
        <a:bodyPr/>
        <a:lstStyle/>
        <a:p>
          <a:endParaRPr lang="en-US"/>
        </a:p>
      </dgm:t>
    </dgm:pt>
    <dgm:pt modelId="{12AAC853-6D47-45D3-A8E3-7222168B7352}">
      <dgm:prSet/>
      <dgm:spPr/>
      <dgm:t>
        <a:bodyPr/>
        <a:lstStyle/>
        <a:p>
          <a:pPr>
            <a:defRPr cap="all"/>
          </a:pPr>
          <a:r>
            <a:rPr lang="en-US"/>
            <a:t>Identify gaps and friction points</a:t>
          </a:r>
        </a:p>
      </dgm:t>
    </dgm:pt>
    <dgm:pt modelId="{B99B26A8-724B-4274-82C7-593B5D40CF48}" type="parTrans" cxnId="{1C47F2D2-1476-41D1-981F-CDBE67ACCB1C}">
      <dgm:prSet/>
      <dgm:spPr/>
      <dgm:t>
        <a:bodyPr/>
        <a:lstStyle/>
        <a:p>
          <a:endParaRPr lang="en-US"/>
        </a:p>
      </dgm:t>
    </dgm:pt>
    <dgm:pt modelId="{7DE6A22A-8832-4D20-855D-762CCFC2B7B3}" type="sibTrans" cxnId="{1C47F2D2-1476-41D1-981F-CDBE67ACCB1C}">
      <dgm:prSet/>
      <dgm:spPr/>
      <dgm:t>
        <a:bodyPr/>
        <a:lstStyle/>
        <a:p>
          <a:endParaRPr lang="en-US"/>
        </a:p>
      </dgm:t>
    </dgm:pt>
    <dgm:pt modelId="{0522C769-520E-4723-818F-A560F95D88DF}">
      <dgm:prSet/>
      <dgm:spPr/>
      <dgm:t>
        <a:bodyPr/>
        <a:lstStyle/>
        <a:p>
          <a:pPr>
            <a:defRPr cap="all"/>
          </a:pPr>
          <a:r>
            <a:rPr lang="en-US"/>
            <a:t>Capture lessons learned</a:t>
          </a:r>
        </a:p>
      </dgm:t>
    </dgm:pt>
    <dgm:pt modelId="{FB51D53B-B013-4B9F-A383-38F497C5148E}" type="parTrans" cxnId="{56DC5201-0739-4C13-9A22-17B0077CB877}">
      <dgm:prSet/>
      <dgm:spPr/>
      <dgm:t>
        <a:bodyPr/>
        <a:lstStyle/>
        <a:p>
          <a:endParaRPr lang="en-US"/>
        </a:p>
      </dgm:t>
    </dgm:pt>
    <dgm:pt modelId="{364C8629-44E1-4E21-8925-27CC0525AEB5}" type="sibTrans" cxnId="{56DC5201-0739-4C13-9A22-17B0077CB877}">
      <dgm:prSet/>
      <dgm:spPr/>
      <dgm:t>
        <a:bodyPr/>
        <a:lstStyle/>
        <a:p>
          <a:endParaRPr lang="en-US"/>
        </a:p>
      </dgm:t>
    </dgm:pt>
    <dgm:pt modelId="{283AA0ED-12A9-4355-A4EA-1A1FC2D5D8C4}">
      <dgm:prSet/>
      <dgm:spPr/>
      <dgm:t>
        <a:bodyPr/>
        <a:lstStyle/>
        <a:p>
          <a:pPr>
            <a:defRPr cap="all"/>
          </a:pPr>
          <a:r>
            <a:rPr lang="en-US"/>
            <a:t>Refine process for next cycle</a:t>
          </a:r>
        </a:p>
      </dgm:t>
    </dgm:pt>
    <dgm:pt modelId="{7011104A-A05C-4D54-9631-9A50B5CF306A}" type="parTrans" cxnId="{7CD83622-876F-433A-8727-CFB2293FD93C}">
      <dgm:prSet/>
      <dgm:spPr/>
      <dgm:t>
        <a:bodyPr/>
        <a:lstStyle/>
        <a:p>
          <a:endParaRPr lang="en-US"/>
        </a:p>
      </dgm:t>
    </dgm:pt>
    <dgm:pt modelId="{B8E60DBF-3DEC-4786-9707-F8B28B20FB0A}" type="sibTrans" cxnId="{7CD83622-876F-433A-8727-CFB2293FD93C}">
      <dgm:prSet/>
      <dgm:spPr/>
      <dgm:t>
        <a:bodyPr/>
        <a:lstStyle/>
        <a:p>
          <a:endParaRPr lang="en-US"/>
        </a:p>
      </dgm:t>
    </dgm:pt>
    <dgm:pt modelId="{83303CE7-B8DE-4746-AB59-CE3C899AFA9B}" type="pres">
      <dgm:prSet presAssocID="{B9541AD6-6D96-4E3D-B65E-2E3385064171}" presName="root" presStyleCnt="0">
        <dgm:presLayoutVars>
          <dgm:dir/>
          <dgm:resizeHandles val="exact"/>
        </dgm:presLayoutVars>
      </dgm:prSet>
      <dgm:spPr/>
    </dgm:pt>
    <dgm:pt modelId="{43B702F2-FD68-4D5C-B281-B9B64CCE08D5}" type="pres">
      <dgm:prSet presAssocID="{76C5E915-4BB2-4497-B3E0-6B916E5FFF3E}" presName="compNode" presStyleCnt="0"/>
      <dgm:spPr/>
    </dgm:pt>
    <dgm:pt modelId="{7E5FB454-E7BF-4A1A-B71B-4B5A2AD75B8E}" type="pres">
      <dgm:prSet presAssocID="{76C5E915-4BB2-4497-B3E0-6B916E5FFF3E}" presName="iconBgRect" presStyleLbl="bgShp" presStyleIdx="0" presStyleCnt="4"/>
      <dgm:spPr/>
    </dgm:pt>
    <dgm:pt modelId="{BC1518A3-501C-452E-931E-82220844B78B}" type="pres">
      <dgm:prSet presAssocID="{76C5E915-4BB2-4497-B3E0-6B916E5FFF3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43489CC8-DD41-4516-8C65-2A428CAA244A}" type="pres">
      <dgm:prSet presAssocID="{76C5E915-4BB2-4497-B3E0-6B916E5FFF3E}" presName="spaceRect" presStyleCnt="0"/>
      <dgm:spPr/>
    </dgm:pt>
    <dgm:pt modelId="{FB60A56F-6C5A-4290-9065-B9E93980BB40}" type="pres">
      <dgm:prSet presAssocID="{76C5E915-4BB2-4497-B3E0-6B916E5FFF3E}" presName="textRect" presStyleLbl="revTx" presStyleIdx="0" presStyleCnt="4">
        <dgm:presLayoutVars>
          <dgm:chMax val="1"/>
          <dgm:chPref val="1"/>
        </dgm:presLayoutVars>
      </dgm:prSet>
      <dgm:spPr/>
    </dgm:pt>
    <dgm:pt modelId="{64588975-F36F-4B26-897D-50672F924907}" type="pres">
      <dgm:prSet presAssocID="{26C85419-A406-43A5-AE7A-3A0B2E232ABE}" presName="sibTrans" presStyleCnt="0"/>
      <dgm:spPr/>
    </dgm:pt>
    <dgm:pt modelId="{75256267-3191-4524-AED1-7C906E0BCEF4}" type="pres">
      <dgm:prSet presAssocID="{12AAC853-6D47-45D3-A8E3-7222168B7352}" presName="compNode" presStyleCnt="0"/>
      <dgm:spPr/>
    </dgm:pt>
    <dgm:pt modelId="{37219327-B999-42E0-92D1-694B346D0D43}" type="pres">
      <dgm:prSet presAssocID="{12AAC853-6D47-45D3-A8E3-7222168B7352}" presName="iconBgRect" presStyleLbl="bgShp" presStyleIdx="1" presStyleCnt="4"/>
      <dgm:spPr/>
    </dgm:pt>
    <dgm:pt modelId="{042ADC1A-B8A8-4FB3-ABE4-1B101D743A73}" type="pres">
      <dgm:prSet presAssocID="{12AAC853-6D47-45D3-A8E3-7222168B735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4BABD944-0C5E-4C8E-902B-4F4A620DC3F8}" type="pres">
      <dgm:prSet presAssocID="{12AAC853-6D47-45D3-A8E3-7222168B7352}" presName="spaceRect" presStyleCnt="0"/>
      <dgm:spPr/>
    </dgm:pt>
    <dgm:pt modelId="{3DD67C9B-8860-455C-9828-E97682219AA7}" type="pres">
      <dgm:prSet presAssocID="{12AAC853-6D47-45D3-A8E3-7222168B7352}" presName="textRect" presStyleLbl="revTx" presStyleIdx="1" presStyleCnt="4">
        <dgm:presLayoutVars>
          <dgm:chMax val="1"/>
          <dgm:chPref val="1"/>
        </dgm:presLayoutVars>
      </dgm:prSet>
      <dgm:spPr/>
    </dgm:pt>
    <dgm:pt modelId="{1BBC1A2D-7308-4E17-9AF4-061B28C2D1CC}" type="pres">
      <dgm:prSet presAssocID="{7DE6A22A-8832-4D20-855D-762CCFC2B7B3}" presName="sibTrans" presStyleCnt="0"/>
      <dgm:spPr/>
    </dgm:pt>
    <dgm:pt modelId="{28CDB73F-E43F-4C02-B408-66F7698EFB11}" type="pres">
      <dgm:prSet presAssocID="{0522C769-520E-4723-818F-A560F95D88DF}" presName="compNode" presStyleCnt="0"/>
      <dgm:spPr/>
    </dgm:pt>
    <dgm:pt modelId="{7F861896-8B28-46A3-AC9D-6683D2A514EB}" type="pres">
      <dgm:prSet presAssocID="{0522C769-520E-4723-818F-A560F95D88DF}" presName="iconBgRect" presStyleLbl="bgShp" presStyleIdx="2" presStyleCnt="4"/>
      <dgm:spPr/>
    </dgm:pt>
    <dgm:pt modelId="{D2F9CB6C-1735-412F-9471-B163D7D7F543}" type="pres">
      <dgm:prSet presAssocID="{0522C769-520E-4723-818F-A560F95D88D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B63092CD-3807-4ECF-A06A-B874E176066B}" type="pres">
      <dgm:prSet presAssocID="{0522C769-520E-4723-818F-A560F95D88DF}" presName="spaceRect" presStyleCnt="0"/>
      <dgm:spPr/>
    </dgm:pt>
    <dgm:pt modelId="{3F72A2AB-C321-4228-A52E-B65FFCAF30DF}" type="pres">
      <dgm:prSet presAssocID="{0522C769-520E-4723-818F-A560F95D88DF}" presName="textRect" presStyleLbl="revTx" presStyleIdx="2" presStyleCnt="4">
        <dgm:presLayoutVars>
          <dgm:chMax val="1"/>
          <dgm:chPref val="1"/>
        </dgm:presLayoutVars>
      </dgm:prSet>
      <dgm:spPr/>
    </dgm:pt>
    <dgm:pt modelId="{4BFF75C4-7749-418F-890E-AAA32C007D7D}" type="pres">
      <dgm:prSet presAssocID="{364C8629-44E1-4E21-8925-27CC0525AEB5}" presName="sibTrans" presStyleCnt="0"/>
      <dgm:spPr/>
    </dgm:pt>
    <dgm:pt modelId="{CFD61C24-9E20-4DC6-8BBA-E6121162BAD0}" type="pres">
      <dgm:prSet presAssocID="{283AA0ED-12A9-4355-A4EA-1A1FC2D5D8C4}" presName="compNode" presStyleCnt="0"/>
      <dgm:spPr/>
    </dgm:pt>
    <dgm:pt modelId="{21E7ACE6-15C5-47AA-AE1F-0C1D10A2C2E6}" type="pres">
      <dgm:prSet presAssocID="{283AA0ED-12A9-4355-A4EA-1A1FC2D5D8C4}" presName="iconBgRect" presStyleLbl="bgShp" presStyleIdx="3" presStyleCnt="4"/>
      <dgm:spPr/>
    </dgm:pt>
    <dgm:pt modelId="{F998124F-B89A-45B8-94A6-AA1E8833AA06}" type="pres">
      <dgm:prSet presAssocID="{283AA0ED-12A9-4355-A4EA-1A1FC2D5D8C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peat"/>
        </a:ext>
      </dgm:extLst>
    </dgm:pt>
    <dgm:pt modelId="{020A018C-24E2-474D-B2B7-A39AB862E721}" type="pres">
      <dgm:prSet presAssocID="{283AA0ED-12A9-4355-A4EA-1A1FC2D5D8C4}" presName="spaceRect" presStyleCnt="0"/>
      <dgm:spPr/>
    </dgm:pt>
    <dgm:pt modelId="{B1879980-90F9-46E9-8A1E-B0C31E89E79B}" type="pres">
      <dgm:prSet presAssocID="{283AA0ED-12A9-4355-A4EA-1A1FC2D5D8C4}" presName="textRect" presStyleLbl="revTx" presStyleIdx="3" presStyleCnt="4">
        <dgm:presLayoutVars>
          <dgm:chMax val="1"/>
          <dgm:chPref val="1"/>
        </dgm:presLayoutVars>
      </dgm:prSet>
      <dgm:spPr/>
    </dgm:pt>
  </dgm:ptLst>
  <dgm:cxnLst>
    <dgm:cxn modelId="{56DC5201-0739-4C13-9A22-17B0077CB877}" srcId="{B9541AD6-6D96-4E3D-B65E-2E3385064171}" destId="{0522C769-520E-4723-818F-A560F95D88DF}" srcOrd="2" destOrd="0" parTransId="{FB51D53B-B013-4B9F-A383-38F497C5148E}" sibTransId="{364C8629-44E1-4E21-8925-27CC0525AEB5}"/>
    <dgm:cxn modelId="{7CD83622-876F-433A-8727-CFB2293FD93C}" srcId="{B9541AD6-6D96-4E3D-B65E-2E3385064171}" destId="{283AA0ED-12A9-4355-A4EA-1A1FC2D5D8C4}" srcOrd="3" destOrd="0" parTransId="{7011104A-A05C-4D54-9631-9A50B5CF306A}" sibTransId="{B8E60DBF-3DEC-4786-9707-F8B28B20FB0A}"/>
    <dgm:cxn modelId="{5773085E-8E56-48F1-8545-EE668E7466D5}" type="presOf" srcId="{B9541AD6-6D96-4E3D-B65E-2E3385064171}" destId="{83303CE7-B8DE-4746-AB59-CE3C899AFA9B}" srcOrd="0" destOrd="0" presId="urn:microsoft.com/office/officeart/2018/5/layout/IconCircleLabelList"/>
    <dgm:cxn modelId="{28E6896D-8ACE-45B7-978E-2E79B1895F63}" srcId="{B9541AD6-6D96-4E3D-B65E-2E3385064171}" destId="{76C5E915-4BB2-4497-B3E0-6B916E5FFF3E}" srcOrd="0" destOrd="0" parTransId="{C5069164-7F9C-44B9-9E5A-7B264D923558}" sibTransId="{26C85419-A406-43A5-AE7A-3A0B2E232ABE}"/>
    <dgm:cxn modelId="{9631AA7C-009B-4F97-9E73-0BA74886B3DE}" type="presOf" srcId="{0522C769-520E-4723-818F-A560F95D88DF}" destId="{3F72A2AB-C321-4228-A52E-B65FFCAF30DF}" srcOrd="0" destOrd="0" presId="urn:microsoft.com/office/officeart/2018/5/layout/IconCircleLabelList"/>
    <dgm:cxn modelId="{D9DEB9D2-D5C9-4296-A93C-E7DA329DF00A}" type="presOf" srcId="{76C5E915-4BB2-4497-B3E0-6B916E5FFF3E}" destId="{FB60A56F-6C5A-4290-9065-B9E93980BB40}" srcOrd="0" destOrd="0" presId="urn:microsoft.com/office/officeart/2018/5/layout/IconCircleLabelList"/>
    <dgm:cxn modelId="{1C47F2D2-1476-41D1-981F-CDBE67ACCB1C}" srcId="{B9541AD6-6D96-4E3D-B65E-2E3385064171}" destId="{12AAC853-6D47-45D3-A8E3-7222168B7352}" srcOrd="1" destOrd="0" parTransId="{B99B26A8-724B-4274-82C7-593B5D40CF48}" sibTransId="{7DE6A22A-8832-4D20-855D-762CCFC2B7B3}"/>
    <dgm:cxn modelId="{579E4DD3-B949-45E9-9D4E-EDAF9826B83D}" type="presOf" srcId="{12AAC853-6D47-45D3-A8E3-7222168B7352}" destId="{3DD67C9B-8860-455C-9828-E97682219AA7}" srcOrd="0" destOrd="0" presId="urn:microsoft.com/office/officeart/2018/5/layout/IconCircleLabelList"/>
    <dgm:cxn modelId="{D63EBAF1-6900-4DCA-8976-A0CE234F8742}" type="presOf" srcId="{283AA0ED-12A9-4355-A4EA-1A1FC2D5D8C4}" destId="{B1879980-90F9-46E9-8A1E-B0C31E89E79B}" srcOrd="0" destOrd="0" presId="urn:microsoft.com/office/officeart/2018/5/layout/IconCircleLabelList"/>
    <dgm:cxn modelId="{36E5262B-4504-4B2D-8131-F28EEEE9A6D0}" type="presParOf" srcId="{83303CE7-B8DE-4746-AB59-CE3C899AFA9B}" destId="{43B702F2-FD68-4D5C-B281-B9B64CCE08D5}" srcOrd="0" destOrd="0" presId="urn:microsoft.com/office/officeart/2018/5/layout/IconCircleLabelList"/>
    <dgm:cxn modelId="{086806EC-2B13-40EF-8CCB-F7CADB65BA96}" type="presParOf" srcId="{43B702F2-FD68-4D5C-B281-B9B64CCE08D5}" destId="{7E5FB454-E7BF-4A1A-B71B-4B5A2AD75B8E}" srcOrd="0" destOrd="0" presId="urn:microsoft.com/office/officeart/2018/5/layout/IconCircleLabelList"/>
    <dgm:cxn modelId="{4D0644F8-4BAF-46AC-94ED-1ACEE1374AD6}" type="presParOf" srcId="{43B702F2-FD68-4D5C-B281-B9B64CCE08D5}" destId="{BC1518A3-501C-452E-931E-82220844B78B}" srcOrd="1" destOrd="0" presId="urn:microsoft.com/office/officeart/2018/5/layout/IconCircleLabelList"/>
    <dgm:cxn modelId="{8F3059E1-5066-4F27-A546-535B13042211}" type="presParOf" srcId="{43B702F2-FD68-4D5C-B281-B9B64CCE08D5}" destId="{43489CC8-DD41-4516-8C65-2A428CAA244A}" srcOrd="2" destOrd="0" presId="urn:microsoft.com/office/officeart/2018/5/layout/IconCircleLabelList"/>
    <dgm:cxn modelId="{2E987926-6503-4AA7-AA93-6FB16624C588}" type="presParOf" srcId="{43B702F2-FD68-4D5C-B281-B9B64CCE08D5}" destId="{FB60A56F-6C5A-4290-9065-B9E93980BB40}" srcOrd="3" destOrd="0" presId="urn:microsoft.com/office/officeart/2018/5/layout/IconCircleLabelList"/>
    <dgm:cxn modelId="{5BC366AB-7A64-4896-9682-BF153C2642AB}" type="presParOf" srcId="{83303CE7-B8DE-4746-AB59-CE3C899AFA9B}" destId="{64588975-F36F-4B26-897D-50672F924907}" srcOrd="1" destOrd="0" presId="urn:microsoft.com/office/officeart/2018/5/layout/IconCircleLabelList"/>
    <dgm:cxn modelId="{36ECA517-B491-4A9F-9372-6CADE223276C}" type="presParOf" srcId="{83303CE7-B8DE-4746-AB59-CE3C899AFA9B}" destId="{75256267-3191-4524-AED1-7C906E0BCEF4}" srcOrd="2" destOrd="0" presId="urn:microsoft.com/office/officeart/2018/5/layout/IconCircleLabelList"/>
    <dgm:cxn modelId="{C6F5CF83-BB96-497F-B5A8-63AA1E9D03A4}" type="presParOf" srcId="{75256267-3191-4524-AED1-7C906E0BCEF4}" destId="{37219327-B999-42E0-92D1-694B346D0D43}" srcOrd="0" destOrd="0" presId="urn:microsoft.com/office/officeart/2018/5/layout/IconCircleLabelList"/>
    <dgm:cxn modelId="{E419F4F0-E884-4849-BFC2-E9604A805FEB}" type="presParOf" srcId="{75256267-3191-4524-AED1-7C906E0BCEF4}" destId="{042ADC1A-B8A8-4FB3-ABE4-1B101D743A73}" srcOrd="1" destOrd="0" presId="urn:microsoft.com/office/officeart/2018/5/layout/IconCircleLabelList"/>
    <dgm:cxn modelId="{53C5DDA0-F7F4-4836-A32E-439C5B69F7E6}" type="presParOf" srcId="{75256267-3191-4524-AED1-7C906E0BCEF4}" destId="{4BABD944-0C5E-4C8E-902B-4F4A620DC3F8}" srcOrd="2" destOrd="0" presId="urn:microsoft.com/office/officeart/2018/5/layout/IconCircleLabelList"/>
    <dgm:cxn modelId="{0A38F3F9-E439-4BAF-960D-E94A31E39018}" type="presParOf" srcId="{75256267-3191-4524-AED1-7C906E0BCEF4}" destId="{3DD67C9B-8860-455C-9828-E97682219AA7}" srcOrd="3" destOrd="0" presId="urn:microsoft.com/office/officeart/2018/5/layout/IconCircleLabelList"/>
    <dgm:cxn modelId="{AE4EA48B-D0B9-478B-8DF7-794132DF94BA}" type="presParOf" srcId="{83303CE7-B8DE-4746-AB59-CE3C899AFA9B}" destId="{1BBC1A2D-7308-4E17-9AF4-061B28C2D1CC}" srcOrd="3" destOrd="0" presId="urn:microsoft.com/office/officeart/2018/5/layout/IconCircleLabelList"/>
    <dgm:cxn modelId="{FFE8E3BE-3421-4E15-A1B5-1C4195B39A6D}" type="presParOf" srcId="{83303CE7-B8DE-4746-AB59-CE3C899AFA9B}" destId="{28CDB73F-E43F-4C02-B408-66F7698EFB11}" srcOrd="4" destOrd="0" presId="urn:microsoft.com/office/officeart/2018/5/layout/IconCircleLabelList"/>
    <dgm:cxn modelId="{6F742991-5F03-4127-8809-90FD45686FEE}" type="presParOf" srcId="{28CDB73F-E43F-4C02-B408-66F7698EFB11}" destId="{7F861896-8B28-46A3-AC9D-6683D2A514EB}" srcOrd="0" destOrd="0" presId="urn:microsoft.com/office/officeart/2018/5/layout/IconCircleLabelList"/>
    <dgm:cxn modelId="{7A7FE8AC-D975-42A5-AACE-69DE73E372EB}" type="presParOf" srcId="{28CDB73F-E43F-4C02-B408-66F7698EFB11}" destId="{D2F9CB6C-1735-412F-9471-B163D7D7F543}" srcOrd="1" destOrd="0" presId="urn:microsoft.com/office/officeart/2018/5/layout/IconCircleLabelList"/>
    <dgm:cxn modelId="{09363B47-6ED9-43CC-B124-22EE4F0CCB74}" type="presParOf" srcId="{28CDB73F-E43F-4C02-B408-66F7698EFB11}" destId="{B63092CD-3807-4ECF-A06A-B874E176066B}" srcOrd="2" destOrd="0" presId="urn:microsoft.com/office/officeart/2018/5/layout/IconCircleLabelList"/>
    <dgm:cxn modelId="{73D9F81A-9347-4BD2-BA1F-9AF0295E66F9}" type="presParOf" srcId="{28CDB73F-E43F-4C02-B408-66F7698EFB11}" destId="{3F72A2AB-C321-4228-A52E-B65FFCAF30DF}" srcOrd="3" destOrd="0" presId="urn:microsoft.com/office/officeart/2018/5/layout/IconCircleLabelList"/>
    <dgm:cxn modelId="{566121D8-7AD9-4603-BCEB-83BFCF0E56B2}" type="presParOf" srcId="{83303CE7-B8DE-4746-AB59-CE3C899AFA9B}" destId="{4BFF75C4-7749-418F-890E-AAA32C007D7D}" srcOrd="5" destOrd="0" presId="urn:microsoft.com/office/officeart/2018/5/layout/IconCircleLabelList"/>
    <dgm:cxn modelId="{E4B0BCF7-65B9-408D-8FC0-0704E4E3F568}" type="presParOf" srcId="{83303CE7-B8DE-4746-AB59-CE3C899AFA9B}" destId="{CFD61C24-9E20-4DC6-8BBA-E6121162BAD0}" srcOrd="6" destOrd="0" presId="urn:microsoft.com/office/officeart/2018/5/layout/IconCircleLabelList"/>
    <dgm:cxn modelId="{D49B513C-3D7A-4BC0-9C49-FD55CC6B376E}" type="presParOf" srcId="{CFD61C24-9E20-4DC6-8BBA-E6121162BAD0}" destId="{21E7ACE6-15C5-47AA-AE1F-0C1D10A2C2E6}" srcOrd="0" destOrd="0" presId="urn:microsoft.com/office/officeart/2018/5/layout/IconCircleLabelList"/>
    <dgm:cxn modelId="{9A5A0A46-B0FC-4503-92A9-308404AEF2F0}" type="presParOf" srcId="{CFD61C24-9E20-4DC6-8BBA-E6121162BAD0}" destId="{F998124F-B89A-45B8-94A6-AA1E8833AA06}" srcOrd="1" destOrd="0" presId="urn:microsoft.com/office/officeart/2018/5/layout/IconCircleLabelList"/>
    <dgm:cxn modelId="{10FD13D1-2B39-4EF9-9D45-C775D7D10623}" type="presParOf" srcId="{CFD61C24-9E20-4DC6-8BBA-E6121162BAD0}" destId="{020A018C-24E2-474D-B2B7-A39AB862E721}" srcOrd="2" destOrd="0" presId="urn:microsoft.com/office/officeart/2018/5/layout/IconCircleLabelList"/>
    <dgm:cxn modelId="{43D266B6-D106-45F3-86BA-C3260AC7CA44}" type="presParOf" srcId="{CFD61C24-9E20-4DC6-8BBA-E6121162BAD0}" destId="{B1879980-90F9-46E9-8A1E-B0C31E89E79B}"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47BDC-16D2-452E-BB5B-6A0F1D66531B}">
      <dsp:nvSpPr>
        <dsp:cNvPr id="0" name=""/>
        <dsp:cNvSpPr/>
      </dsp:nvSpPr>
      <dsp:spPr>
        <a:xfrm>
          <a:off x="0" y="475776"/>
          <a:ext cx="3429000" cy="56511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Process definition</a:t>
          </a:r>
        </a:p>
      </dsp:txBody>
      <dsp:txXfrm>
        <a:off x="27586" y="503362"/>
        <a:ext cx="3373828" cy="509938"/>
      </dsp:txXfrm>
    </dsp:sp>
    <dsp:sp modelId="{5390EF70-92BD-4DEB-BA72-2BFE10D918F5}">
      <dsp:nvSpPr>
        <dsp:cNvPr id="0" name=""/>
        <dsp:cNvSpPr/>
      </dsp:nvSpPr>
      <dsp:spPr>
        <a:xfrm>
          <a:off x="0" y="1107126"/>
          <a:ext cx="3429000" cy="56511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Process training</a:t>
          </a:r>
        </a:p>
      </dsp:txBody>
      <dsp:txXfrm>
        <a:off x="27586" y="1134712"/>
        <a:ext cx="3373828" cy="509938"/>
      </dsp:txXfrm>
    </dsp:sp>
    <dsp:sp modelId="{F24ED1B3-5FBF-40CD-B2FF-0BE664C8401E}">
      <dsp:nvSpPr>
        <dsp:cNvPr id="0" name=""/>
        <dsp:cNvSpPr/>
      </dsp:nvSpPr>
      <dsp:spPr>
        <a:xfrm>
          <a:off x="0" y="1738476"/>
          <a:ext cx="3429000" cy="56511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Process implementation</a:t>
          </a:r>
        </a:p>
      </dsp:txBody>
      <dsp:txXfrm>
        <a:off x="27586" y="1766062"/>
        <a:ext cx="3373828" cy="509938"/>
      </dsp:txXfrm>
    </dsp:sp>
    <dsp:sp modelId="{4E3207B2-3718-4ED6-AAFD-17B148B05BB2}">
      <dsp:nvSpPr>
        <dsp:cNvPr id="0" name=""/>
        <dsp:cNvSpPr/>
      </dsp:nvSpPr>
      <dsp:spPr>
        <a:xfrm>
          <a:off x="0" y="2369826"/>
          <a:ext cx="3429000" cy="56511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Process audit</a:t>
          </a:r>
        </a:p>
      </dsp:txBody>
      <dsp:txXfrm>
        <a:off x="27586" y="2397412"/>
        <a:ext cx="3373828" cy="5099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B2A138-55B4-4C91-85C5-A2E0702F970A}">
      <dsp:nvSpPr>
        <dsp:cNvPr id="0" name=""/>
        <dsp:cNvSpPr/>
      </dsp:nvSpPr>
      <dsp:spPr>
        <a:xfrm>
          <a:off x="562927" y="78820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F85D4D-5245-4A33-9C15-8EFE9C63A732}">
      <dsp:nvSpPr>
        <dsp:cNvPr id="0" name=""/>
        <dsp:cNvSpPr/>
      </dsp:nvSpPr>
      <dsp:spPr>
        <a:xfrm>
          <a:off x="871091" y="109637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EB63BF-8BA8-4F88-B93C-DE209417C666}">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dirty="0"/>
            <a:t>Project-specific quality process</a:t>
          </a:r>
        </a:p>
      </dsp:txBody>
      <dsp:txXfrm>
        <a:off x="100682" y="2684598"/>
        <a:ext cx="2370489" cy="720000"/>
      </dsp:txXfrm>
    </dsp:sp>
    <dsp:sp modelId="{39785C92-FBDB-45E5-BBAF-6CC358EC98F9}">
      <dsp:nvSpPr>
        <dsp:cNvPr id="0" name=""/>
        <dsp:cNvSpPr/>
      </dsp:nvSpPr>
      <dsp:spPr>
        <a:xfrm>
          <a:off x="3348252" y="78820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8C395B-7EE6-410B-A32A-9A8E78BE7080}">
      <dsp:nvSpPr>
        <dsp:cNvPr id="0" name=""/>
        <dsp:cNvSpPr/>
      </dsp:nvSpPr>
      <dsp:spPr>
        <a:xfrm>
          <a:off x="3656416" y="109637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F1C780-51A1-4228-9AC4-9489FDA37986}">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Reviews for requirements/design</a:t>
          </a:r>
        </a:p>
      </dsp:txBody>
      <dsp:txXfrm>
        <a:off x="2886007" y="2684598"/>
        <a:ext cx="2370489" cy="720000"/>
      </dsp:txXfrm>
    </dsp:sp>
    <dsp:sp modelId="{F988AB4C-8627-4A9E-A575-595698B38527}">
      <dsp:nvSpPr>
        <dsp:cNvPr id="0" name=""/>
        <dsp:cNvSpPr/>
      </dsp:nvSpPr>
      <dsp:spPr>
        <a:xfrm>
          <a:off x="6133577" y="788206"/>
          <a:ext cx="1445998" cy="14459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9D2D91-0C0E-436E-9192-FFDFDD13F55F}">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06C585-4CB4-4BCD-A820-5FCC9FEC6D3C}">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Code review expectations</a:t>
          </a:r>
        </a:p>
      </dsp:txBody>
      <dsp:txXfrm>
        <a:off x="5671332" y="2684598"/>
        <a:ext cx="2370489" cy="720000"/>
      </dsp:txXfrm>
    </dsp:sp>
    <dsp:sp modelId="{337ADBF1-5928-4ECC-9E68-6C4082ACEDED}">
      <dsp:nvSpPr>
        <dsp:cNvPr id="0" name=""/>
        <dsp:cNvSpPr/>
      </dsp:nvSpPr>
      <dsp:spPr>
        <a:xfrm>
          <a:off x="8918902" y="78820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B5EE37-A6D2-4844-A65A-C278014F45D0}">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01FCBC-3C56-4448-AD32-C5834386537E}">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Standard formats for test work</a:t>
          </a:r>
        </a:p>
      </dsp:txBody>
      <dsp:txXfrm>
        <a:off x="8456657" y="2684598"/>
        <a:ext cx="2370489"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FEFE5B-D86B-439D-BD69-E8B4FCBB5ED3}">
      <dsp:nvSpPr>
        <dsp:cNvPr id="0" name=""/>
        <dsp:cNvSpPr/>
      </dsp:nvSpPr>
      <dsp:spPr>
        <a:xfrm>
          <a:off x="562927" y="78820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A02B49-A988-493B-9B4A-F294E4A8B489}">
      <dsp:nvSpPr>
        <dsp:cNvPr id="0" name=""/>
        <dsp:cNvSpPr/>
      </dsp:nvSpPr>
      <dsp:spPr>
        <a:xfrm>
          <a:off x="871091" y="109637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0A14C5-906B-4E21-AC12-93DAFD43C26C}">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t>Train team on the process</a:t>
          </a:r>
        </a:p>
      </dsp:txBody>
      <dsp:txXfrm>
        <a:off x="100682" y="2684598"/>
        <a:ext cx="2370489" cy="720000"/>
      </dsp:txXfrm>
    </dsp:sp>
    <dsp:sp modelId="{52B58C6C-0081-4C5E-A4CB-D836796A51CB}">
      <dsp:nvSpPr>
        <dsp:cNvPr id="0" name=""/>
        <dsp:cNvSpPr/>
      </dsp:nvSpPr>
      <dsp:spPr>
        <a:xfrm>
          <a:off x="3348252" y="78820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179C5B-8549-4281-A180-052B065CFBC9}">
      <dsp:nvSpPr>
        <dsp:cNvPr id="0" name=""/>
        <dsp:cNvSpPr/>
      </dsp:nvSpPr>
      <dsp:spPr>
        <a:xfrm>
          <a:off x="3656416" y="109637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68570C-4451-460E-8A97-B7B7DF6D92AF}">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t>Align vocabulary and expectations</a:t>
          </a:r>
        </a:p>
      </dsp:txBody>
      <dsp:txXfrm>
        <a:off x="2886007" y="2684598"/>
        <a:ext cx="2370489" cy="720000"/>
      </dsp:txXfrm>
    </dsp:sp>
    <dsp:sp modelId="{B6E1B584-8C26-4B89-8BFA-A7573A462394}">
      <dsp:nvSpPr>
        <dsp:cNvPr id="0" name=""/>
        <dsp:cNvSpPr/>
      </dsp:nvSpPr>
      <dsp:spPr>
        <a:xfrm>
          <a:off x="6133577" y="788206"/>
          <a:ext cx="1445998" cy="14459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A1DCE1-267A-41F0-B6A7-ED0B6D20854A}">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408C14-F73E-48B4-95E1-140E082E344C}">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t>Reduce inconsistent execution</a:t>
          </a:r>
        </a:p>
      </dsp:txBody>
      <dsp:txXfrm>
        <a:off x="5671332" y="2684598"/>
        <a:ext cx="2370489" cy="720000"/>
      </dsp:txXfrm>
    </dsp:sp>
    <dsp:sp modelId="{5076C398-B521-4757-87A9-1B1BFC861DD2}">
      <dsp:nvSpPr>
        <dsp:cNvPr id="0" name=""/>
        <dsp:cNvSpPr/>
      </dsp:nvSpPr>
      <dsp:spPr>
        <a:xfrm>
          <a:off x="8918902" y="78820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F967A3-3765-433C-9D0B-2B27B2D1301F}">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4B201E-F2AD-453D-B4BB-E6AD9B5E0967}">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kern="1200"/>
            <a:t>Support adoption across roles</a:t>
          </a:r>
        </a:p>
      </dsp:txBody>
      <dsp:txXfrm>
        <a:off x="8456657" y="2684598"/>
        <a:ext cx="2370489"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83B8D4-92DF-4A0B-ACE3-7CF24C38CF88}">
      <dsp:nvSpPr>
        <dsp:cNvPr id="0" name=""/>
        <dsp:cNvSpPr/>
      </dsp:nvSpPr>
      <dsp:spPr>
        <a:xfrm>
          <a:off x="562927" y="78820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128C3A-0E07-4C0E-A66E-058919A63B01}">
      <dsp:nvSpPr>
        <dsp:cNvPr id="0" name=""/>
        <dsp:cNvSpPr/>
      </dsp:nvSpPr>
      <dsp:spPr>
        <a:xfrm>
          <a:off x="871091" y="109637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0A244E-7FDA-4B76-A13D-EAC78E379E70}">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Use the process during SDLC</a:t>
          </a:r>
        </a:p>
      </dsp:txBody>
      <dsp:txXfrm>
        <a:off x="100682" y="2684598"/>
        <a:ext cx="2370489" cy="720000"/>
      </dsp:txXfrm>
    </dsp:sp>
    <dsp:sp modelId="{2675E036-225F-4AA5-9D27-5BB59F295D82}">
      <dsp:nvSpPr>
        <dsp:cNvPr id="0" name=""/>
        <dsp:cNvSpPr/>
      </dsp:nvSpPr>
      <dsp:spPr>
        <a:xfrm>
          <a:off x="3348252" y="78820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1BB86C-3380-4523-9C3A-B893D1ABB2D5}">
      <dsp:nvSpPr>
        <dsp:cNvPr id="0" name=""/>
        <dsp:cNvSpPr/>
      </dsp:nvSpPr>
      <dsp:spPr>
        <a:xfrm>
          <a:off x="3656416" y="109637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72B7C5-2E94-4F74-A795-542C1FFDDF73}">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Perform reviews as planned</a:t>
          </a:r>
        </a:p>
      </dsp:txBody>
      <dsp:txXfrm>
        <a:off x="2886007" y="2684598"/>
        <a:ext cx="2370489" cy="720000"/>
      </dsp:txXfrm>
    </dsp:sp>
    <dsp:sp modelId="{C9B333DA-E433-423B-8DC9-BD082C95832D}">
      <dsp:nvSpPr>
        <dsp:cNvPr id="0" name=""/>
        <dsp:cNvSpPr/>
      </dsp:nvSpPr>
      <dsp:spPr>
        <a:xfrm>
          <a:off x="6133577" y="788206"/>
          <a:ext cx="1445998" cy="14459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5D02E8-BB1C-43F3-9B57-B8BA73394151}">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86BFD4-8E00-4B0E-868E-D6E6F365AD27}">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Apply agreed standards</a:t>
          </a:r>
        </a:p>
      </dsp:txBody>
      <dsp:txXfrm>
        <a:off x="5671332" y="2684598"/>
        <a:ext cx="2370489" cy="720000"/>
      </dsp:txXfrm>
    </dsp:sp>
    <dsp:sp modelId="{5A7D7BF8-AC99-417B-9FDE-AF7D76642090}">
      <dsp:nvSpPr>
        <dsp:cNvPr id="0" name=""/>
        <dsp:cNvSpPr/>
      </dsp:nvSpPr>
      <dsp:spPr>
        <a:xfrm>
          <a:off x="8918902" y="78820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F45D63-9694-4259-A0BD-79971976FF05}">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A1A6CE-36F0-483A-98A8-BC97192ECA71}">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Document outcomes and findings</a:t>
          </a:r>
        </a:p>
      </dsp:txBody>
      <dsp:txXfrm>
        <a:off x="8456657" y="2684598"/>
        <a:ext cx="2370489"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5FB454-E7BF-4A1A-B71B-4B5A2AD75B8E}">
      <dsp:nvSpPr>
        <dsp:cNvPr id="0" name=""/>
        <dsp:cNvSpPr/>
      </dsp:nvSpPr>
      <dsp:spPr>
        <a:xfrm>
          <a:off x="562927" y="78820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1518A3-501C-452E-931E-82220844B78B}">
      <dsp:nvSpPr>
        <dsp:cNvPr id="0" name=""/>
        <dsp:cNvSpPr/>
      </dsp:nvSpPr>
      <dsp:spPr>
        <a:xfrm>
          <a:off x="871091" y="109637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60A56F-6C5A-4290-9065-B9E93980BB40}">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Verify process was followed</a:t>
          </a:r>
        </a:p>
      </dsp:txBody>
      <dsp:txXfrm>
        <a:off x="100682" y="2684598"/>
        <a:ext cx="2370489" cy="720000"/>
      </dsp:txXfrm>
    </dsp:sp>
    <dsp:sp modelId="{37219327-B999-42E0-92D1-694B346D0D43}">
      <dsp:nvSpPr>
        <dsp:cNvPr id="0" name=""/>
        <dsp:cNvSpPr/>
      </dsp:nvSpPr>
      <dsp:spPr>
        <a:xfrm>
          <a:off x="3348252" y="78820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2ADC1A-B8A8-4FB3-ABE4-1B101D743A73}">
      <dsp:nvSpPr>
        <dsp:cNvPr id="0" name=""/>
        <dsp:cNvSpPr/>
      </dsp:nvSpPr>
      <dsp:spPr>
        <a:xfrm>
          <a:off x="3656416" y="109637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D67C9B-8860-455C-9828-E97682219AA7}">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Identify gaps and friction points</a:t>
          </a:r>
        </a:p>
      </dsp:txBody>
      <dsp:txXfrm>
        <a:off x="2886007" y="2684598"/>
        <a:ext cx="2370489" cy="720000"/>
      </dsp:txXfrm>
    </dsp:sp>
    <dsp:sp modelId="{7F861896-8B28-46A3-AC9D-6683D2A514EB}">
      <dsp:nvSpPr>
        <dsp:cNvPr id="0" name=""/>
        <dsp:cNvSpPr/>
      </dsp:nvSpPr>
      <dsp:spPr>
        <a:xfrm>
          <a:off x="6133577" y="788206"/>
          <a:ext cx="1445998" cy="14459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F9CB6C-1735-412F-9471-B163D7D7F543}">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72A2AB-C321-4228-A52E-B65FFCAF30DF}">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Capture lessons learned</a:t>
          </a:r>
        </a:p>
      </dsp:txBody>
      <dsp:txXfrm>
        <a:off x="5671332" y="2684598"/>
        <a:ext cx="2370489" cy="720000"/>
      </dsp:txXfrm>
    </dsp:sp>
    <dsp:sp modelId="{21E7ACE6-15C5-47AA-AE1F-0C1D10A2C2E6}">
      <dsp:nvSpPr>
        <dsp:cNvPr id="0" name=""/>
        <dsp:cNvSpPr/>
      </dsp:nvSpPr>
      <dsp:spPr>
        <a:xfrm>
          <a:off x="8918902" y="78820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98124F-B89A-45B8-94A6-AA1E8833AA06}">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879980-90F9-46E9-8A1E-B0C31E89E79B}">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cap="all"/>
          </a:pPr>
          <a:r>
            <a:rPr lang="en-US" sz="2100" kern="1200"/>
            <a:t>Refine process for next cycle</a:t>
          </a:r>
        </a:p>
      </dsp:txBody>
      <dsp:txXfrm>
        <a:off x="8456657" y="2684598"/>
        <a:ext cx="2370489"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E888DD-9B3C-4395-A03B-FA492D185A71}" type="datetimeFigureOut">
              <a:rPr lang="en-US" smtClean="0"/>
              <a:t>1/25/2026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D62535-C1B0-4DD1-AC38-FE796B58AFEC}" type="slidenum">
              <a:rPr lang="en-US" smtClean="0"/>
              <a:t>‹#›</a:t>
            </a:fld>
            <a:endParaRPr lang="en-US"/>
          </a:p>
        </p:txBody>
      </p:sp>
    </p:spTree>
    <p:extLst>
      <p:ext uri="{BB962C8B-B14F-4D97-AF65-F5344CB8AC3E}">
        <p14:creationId xmlns:p14="http://schemas.microsoft.com/office/powerpoint/2010/main" val="3028915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Software Quality Assurance, or SQA, is the structured process used to make sure all activities within the Software Development Life Cycle follow defined quality standards. Rather than focusing only on testing at the end of development, SQA emphasizes maintaining quality from the earliest stages, including requirements gathering, design, implementation, and deployment. The purpose of SQA is to apply proven best practices in a consistent and repeatable way so teams are not relying on informal or ad hoc methods. By turning general testing guidelines into documented processes, SQA helps organizations improve reliability, accountability, and overall product quality throughout the entire project lifecycle.</a:t>
            </a:r>
          </a:p>
        </p:txBody>
      </p:sp>
      <p:sp>
        <p:nvSpPr>
          <p:cNvPr id="4" name="Slide Number Placeholder 3"/>
          <p:cNvSpPr>
            <a:spLocks noGrp="1"/>
          </p:cNvSpPr>
          <p:nvPr>
            <p:ph type="sldNum" sz="quarter" idx="5"/>
          </p:nvPr>
        </p:nvSpPr>
        <p:spPr/>
        <p:txBody>
          <a:bodyPr/>
          <a:lstStyle/>
          <a:p>
            <a:fld id="{71D62535-C1B0-4DD1-AC38-FE796B58AFEC}" type="slidenum">
              <a:rPr lang="en-US" smtClean="0"/>
              <a:t>2</a:t>
            </a:fld>
            <a:endParaRPr lang="en-US"/>
          </a:p>
        </p:txBody>
      </p:sp>
    </p:spTree>
    <p:extLst>
      <p:ext uri="{BB962C8B-B14F-4D97-AF65-F5344CB8AC3E}">
        <p14:creationId xmlns:p14="http://schemas.microsoft.com/office/powerpoint/2010/main" val="2923801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main intent of Software Quality Assurance is to maintain quality across the entire Software Development Life Cycle, not just during the testing phase. SQA defines how work should be performed by establishing clear processes for activities such as requirements reviews, design validation, code reviews, and test planning. This helps teams move away from informal practices and instead follow consistent, repeatable methods that improve reliability and accountability throughout the project.</a:t>
            </a:r>
          </a:p>
          <a:p>
            <a:endParaRPr lang="en-US" dirty="0"/>
          </a:p>
          <a:p>
            <a:r>
              <a:rPr lang="en-US" dirty="0"/>
              <a:t>	Another important goal of SQA is to make project outputs reviewable and testable at every stage. By enforcing structured documentation, review checkpoints, and standardized procedures, SQA allows teams to identify issues early and reduce overall project risk. In addition, SQA supports auditing and continuous improvement by allowing organizations to evaluate what worked well and what needs refinement. This ongoing feedback loop helps improve future projects and strengthens overall software quality over time.</a:t>
            </a:r>
          </a:p>
        </p:txBody>
      </p:sp>
      <p:sp>
        <p:nvSpPr>
          <p:cNvPr id="4" name="Slide Number Placeholder 3"/>
          <p:cNvSpPr>
            <a:spLocks noGrp="1"/>
          </p:cNvSpPr>
          <p:nvPr>
            <p:ph type="sldNum" sz="quarter" idx="5"/>
          </p:nvPr>
        </p:nvSpPr>
        <p:spPr/>
        <p:txBody>
          <a:bodyPr/>
          <a:lstStyle/>
          <a:p>
            <a:fld id="{71D62535-C1B0-4DD1-AC38-FE796B58AFEC}" type="slidenum">
              <a:rPr lang="en-US" smtClean="0"/>
              <a:t>3</a:t>
            </a:fld>
            <a:endParaRPr lang="en-US"/>
          </a:p>
        </p:txBody>
      </p:sp>
    </p:spTree>
    <p:extLst>
      <p:ext uri="{BB962C8B-B14F-4D97-AF65-F5344CB8AC3E}">
        <p14:creationId xmlns:p14="http://schemas.microsoft.com/office/powerpoint/2010/main" val="4003984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slide summarizes the four core activities that make up the Software Quality Assurance process: process definition, training, implementation, and auditing. Together, these activities create a structured quality framework that is applied throughout the Software Development Life Cycle.</a:t>
            </a:r>
          </a:p>
          <a:p>
            <a:endParaRPr lang="en-US" dirty="0"/>
          </a:p>
          <a:p>
            <a:r>
              <a:rPr lang="en-US" dirty="0"/>
              <a:t>	The first step is process definition, where the team establishes project-specific quality standards, review procedures, and documentation formats. Once the process is defined, training is performed so all team members understand expectations and follow the same quality approach. This helps reduce inconsistencies and miscommunication across development roles.</a:t>
            </a:r>
          </a:p>
          <a:p>
            <a:endParaRPr lang="en-US" dirty="0"/>
          </a:p>
          <a:p>
            <a:r>
              <a:rPr lang="en-US" dirty="0"/>
              <a:t>	Next, the implementation phase applies these defined standards during actual development activities such as requirements reviews, code reviews, and test execution. Finally, the audit phase evaluates whether the process was followed correctly and identifies gaps or improvement opportunities. This feedback loop allows teams to refine their SQA practices over time and continuously improve software quality across future project cycles.</a:t>
            </a:r>
          </a:p>
        </p:txBody>
      </p:sp>
      <p:sp>
        <p:nvSpPr>
          <p:cNvPr id="4" name="Slide Number Placeholder 3"/>
          <p:cNvSpPr>
            <a:spLocks noGrp="1"/>
          </p:cNvSpPr>
          <p:nvPr>
            <p:ph type="sldNum" sz="quarter" idx="5"/>
          </p:nvPr>
        </p:nvSpPr>
        <p:spPr/>
        <p:txBody>
          <a:bodyPr/>
          <a:lstStyle/>
          <a:p>
            <a:fld id="{71D62535-C1B0-4DD1-AC38-FE796B58AFEC}" type="slidenum">
              <a:rPr lang="en-US" smtClean="0"/>
              <a:t>4</a:t>
            </a:fld>
            <a:endParaRPr lang="en-US"/>
          </a:p>
        </p:txBody>
      </p:sp>
    </p:spTree>
    <p:extLst>
      <p:ext uri="{BB962C8B-B14F-4D97-AF65-F5344CB8AC3E}">
        <p14:creationId xmlns:p14="http://schemas.microsoft.com/office/powerpoint/2010/main" val="3232502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Process definition is the foundation of the entire SQA framework because it establishes how quality will be managed for a specific project. Instead of relying on general best practices alone, the team defines project-specific quality processes that match the scope, risk level, and complexity of the system being developed. This includes deciding how requirements and design reviews will be conducted and what approval steps are required before moving to the next SDLC phase.</a:t>
            </a:r>
          </a:p>
          <a:p>
            <a:endParaRPr lang="en-US" dirty="0"/>
          </a:p>
          <a:p>
            <a:r>
              <a:rPr lang="en-US" dirty="0"/>
              <a:t>	Another important part of this activity is setting clear expectations for code reviews. Teams define what standards developers must follow, such as coding conventions, documentation requirements, and defect severity classifications. This makes reviews more consistent and prevents subjective or uneven quality evaluations.</a:t>
            </a:r>
          </a:p>
          <a:p>
            <a:endParaRPr lang="en-US" dirty="0"/>
          </a:p>
          <a:p>
            <a:r>
              <a:rPr lang="en-US" dirty="0"/>
              <a:t>	Lastly, standardized formats for test plans, defect reports, and review documentation are created. Having consistent templates improves traceability, simplifies audits later in the project, and allows stakeholders to easily verify that quality activities are being performed correctly and consistently across the development lifecycle.</a:t>
            </a:r>
          </a:p>
        </p:txBody>
      </p:sp>
      <p:sp>
        <p:nvSpPr>
          <p:cNvPr id="4" name="Slide Number Placeholder 3"/>
          <p:cNvSpPr>
            <a:spLocks noGrp="1"/>
          </p:cNvSpPr>
          <p:nvPr>
            <p:ph type="sldNum" sz="quarter" idx="5"/>
          </p:nvPr>
        </p:nvSpPr>
        <p:spPr/>
        <p:txBody>
          <a:bodyPr/>
          <a:lstStyle/>
          <a:p>
            <a:fld id="{71D62535-C1B0-4DD1-AC38-FE796B58AFEC}" type="slidenum">
              <a:rPr lang="en-US" smtClean="0"/>
              <a:t>5</a:t>
            </a:fld>
            <a:endParaRPr lang="en-US"/>
          </a:p>
        </p:txBody>
      </p:sp>
    </p:spTree>
    <p:extLst>
      <p:ext uri="{BB962C8B-B14F-4D97-AF65-F5344CB8AC3E}">
        <p14:creationId xmlns:p14="http://schemas.microsoft.com/office/powerpoint/2010/main" val="1730552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Once the SQA processes have been defined, the next critical step is training the project team on how those processes will be used. This training makes sure that developers, testers, analysts, and managers all understand the quality procedures, review expectations, and documentation standards that were established during process definition. Without proper training, even well-designed quality processes will fail because team members may apply them incorrectly or inconsistently.</a:t>
            </a:r>
          </a:p>
          <a:p>
            <a:endParaRPr lang="en-US" dirty="0"/>
          </a:p>
          <a:p>
            <a:r>
              <a:rPr lang="en-US" dirty="0"/>
              <a:t>	Another key goal of process training is aligning vocabulary and expectations across roles. When everyone uses the same terminology for defects, reviews, test plans, and approval checkpoints, communication becomes clearer and misunderstandings are reduced. This helps prevent errors that occur when different teams interpret quality requirements differently.</a:t>
            </a:r>
          </a:p>
          <a:p>
            <a:endParaRPr lang="en-US" dirty="0"/>
          </a:p>
          <a:p>
            <a:r>
              <a:rPr lang="en-US" dirty="0"/>
              <a:t>	Process training also supports consistent execution across the SDLC. By teaching teams how and when to apply reviews, audits, and testing activities, organizations reduce variation in how work is performed. This improves reliability, strengthens accountability, and helps the entire project team adopt the SQA framework as a shared responsibility rather than viewing it as a separate QA only task.</a:t>
            </a:r>
          </a:p>
        </p:txBody>
      </p:sp>
      <p:sp>
        <p:nvSpPr>
          <p:cNvPr id="4" name="Slide Number Placeholder 3"/>
          <p:cNvSpPr>
            <a:spLocks noGrp="1"/>
          </p:cNvSpPr>
          <p:nvPr>
            <p:ph type="sldNum" sz="quarter" idx="5"/>
          </p:nvPr>
        </p:nvSpPr>
        <p:spPr/>
        <p:txBody>
          <a:bodyPr/>
          <a:lstStyle/>
          <a:p>
            <a:fld id="{71D62535-C1B0-4DD1-AC38-FE796B58AFEC}" type="slidenum">
              <a:rPr lang="en-US" smtClean="0"/>
              <a:t>6</a:t>
            </a:fld>
            <a:endParaRPr lang="en-US"/>
          </a:p>
        </p:txBody>
      </p:sp>
    </p:spTree>
    <p:extLst>
      <p:ext uri="{BB962C8B-B14F-4D97-AF65-F5344CB8AC3E}">
        <p14:creationId xmlns:p14="http://schemas.microsoft.com/office/powerpoint/2010/main" val="3744477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Process implementation is where the defined SQA procedures are actively used during the Software Development Life Cycle. At this stage, teams apply the quality processes that were previously documented and trained, such as performing requirements reviews, design inspections, code reviews, and structured testing activities. This step is important because it moves SQA from planning into real execution.</a:t>
            </a:r>
          </a:p>
          <a:p>
            <a:endParaRPr lang="en-US" dirty="0"/>
          </a:p>
          <a:p>
            <a:r>
              <a:rPr lang="en-US" dirty="0"/>
              <a:t>	Another key aspect of implementation is performing reviews as scheduled. These reviews act as quality checkpoints that verify deliverables meet project standards before moving to the next phase of development. By identifying issues early, teams reduce the risk of defects reaching later stages where fixes become more costly and time consuming.</a:t>
            </a:r>
          </a:p>
          <a:p>
            <a:endParaRPr lang="en-US" dirty="0"/>
          </a:p>
          <a:p>
            <a:r>
              <a:rPr lang="en-US" dirty="0"/>
              <a:t>	Applying agreed on standards also promotes consistency across the project. When coding standards, documentation templates, and testing procedures are followed, outputs become easier to verify and audit. To finish, documenting outcomes and findings creates a record of decisions, defects, and improvements. This documentation supports accountability, traceability, and continuous process improvement for future development cycles.</a:t>
            </a:r>
          </a:p>
        </p:txBody>
      </p:sp>
      <p:sp>
        <p:nvSpPr>
          <p:cNvPr id="4" name="Slide Number Placeholder 3"/>
          <p:cNvSpPr>
            <a:spLocks noGrp="1"/>
          </p:cNvSpPr>
          <p:nvPr>
            <p:ph type="sldNum" sz="quarter" idx="5"/>
          </p:nvPr>
        </p:nvSpPr>
        <p:spPr/>
        <p:txBody>
          <a:bodyPr/>
          <a:lstStyle/>
          <a:p>
            <a:fld id="{71D62535-C1B0-4DD1-AC38-FE796B58AFEC}" type="slidenum">
              <a:rPr lang="en-US" smtClean="0"/>
              <a:t>7</a:t>
            </a:fld>
            <a:endParaRPr lang="en-US"/>
          </a:p>
        </p:txBody>
      </p:sp>
    </p:spTree>
    <p:extLst>
      <p:ext uri="{BB962C8B-B14F-4D97-AF65-F5344CB8AC3E}">
        <p14:creationId xmlns:p14="http://schemas.microsoft.com/office/powerpoint/2010/main" val="3914571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process audit phase focuses on verifying that the SQA procedures were actually followed during the project. This involves reviewing documentation, checking completed reviews, and confirming that testing and quality activities were performed according to the defined process. Audits help organizations move beyond assumptions and rely on evidence to validate quality practices.</a:t>
            </a:r>
          </a:p>
          <a:p>
            <a:endParaRPr lang="en-US" dirty="0"/>
          </a:p>
          <a:p>
            <a:r>
              <a:rPr lang="en-US" dirty="0"/>
              <a:t>	Another important goal of auditing is identifying gaps and friction points in the workflow. These are areas where the process may be inefficient, unclear, or difficult for team members to follow. By locating these weaknesses, teams can address root causes instead of repeatedly fixing surface level issues.</a:t>
            </a:r>
          </a:p>
          <a:p>
            <a:endParaRPr lang="en-US" dirty="0"/>
          </a:p>
          <a:p>
            <a:r>
              <a:rPr lang="en-US" dirty="0"/>
              <a:t>	Capturing lessons learned is also a critical outcome of the audit phase. These insights help teams understand what worked well and what needs improvement. To end with, the audit results are used to refine the SQA process for the next development cycle, supporting continuous improvement and better long term software quality.</a:t>
            </a:r>
          </a:p>
        </p:txBody>
      </p:sp>
      <p:sp>
        <p:nvSpPr>
          <p:cNvPr id="4" name="Slide Number Placeholder 3"/>
          <p:cNvSpPr>
            <a:spLocks noGrp="1"/>
          </p:cNvSpPr>
          <p:nvPr>
            <p:ph type="sldNum" sz="quarter" idx="5"/>
          </p:nvPr>
        </p:nvSpPr>
        <p:spPr/>
        <p:txBody>
          <a:bodyPr/>
          <a:lstStyle/>
          <a:p>
            <a:fld id="{71D62535-C1B0-4DD1-AC38-FE796B58AFEC}" type="slidenum">
              <a:rPr lang="en-US" smtClean="0"/>
              <a:t>8</a:t>
            </a:fld>
            <a:endParaRPr lang="en-US"/>
          </a:p>
        </p:txBody>
      </p:sp>
    </p:spTree>
    <p:extLst>
      <p:ext uri="{BB962C8B-B14F-4D97-AF65-F5344CB8AC3E}">
        <p14:creationId xmlns:p14="http://schemas.microsoft.com/office/powerpoint/2010/main" val="336134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Software Quality Management Models provide structured frameworks that help organizations apply SQA practices in a consistent and organized way. Instead of relying on informal methods, these models define standards, processes, and improvement strategies that guide how quality activities are planned and executed across projects.</a:t>
            </a:r>
          </a:p>
          <a:p>
            <a:endParaRPr lang="en-US" dirty="0"/>
          </a:p>
          <a:p>
            <a:r>
              <a:rPr lang="en-US" dirty="0"/>
              <a:t>	One common model is CMMI, or Capability Maturity Model Integration. CMMI uses five maturity levels that range from initial and unmanaged processes to fully optimized and continuously improving workflows. Organizations gradually progress through these levels by formalizing processes, measuring performance, and improving quality controls over time.</a:t>
            </a:r>
          </a:p>
          <a:p>
            <a:endParaRPr lang="en-US" dirty="0"/>
          </a:p>
          <a:p>
            <a:r>
              <a:rPr lang="en-US" dirty="0"/>
              <a:t>	Another widely used standard is ISO 9000, which focuses on quality management system requirements. Unlike CMMI, ISO 9000 is more general and applies across many industries. It emphasizes standardized procedures, documentation, and repeatable processes that help organizations maintain consistent quality output.</a:t>
            </a:r>
          </a:p>
          <a:p>
            <a:endParaRPr lang="en-US" dirty="0"/>
          </a:p>
          <a:p>
            <a:r>
              <a:rPr lang="en-US" dirty="0"/>
              <a:t>	Six Sigma is a process improvement model that targets defect reduction by using data and statistical analysis. It focuses on identifying root causes of errors and improving business processes to prevent quality issues before they occur. Together, these models support structured, measurable, and scalable quality management practices.</a:t>
            </a:r>
          </a:p>
        </p:txBody>
      </p:sp>
      <p:sp>
        <p:nvSpPr>
          <p:cNvPr id="4" name="Slide Number Placeholder 3"/>
          <p:cNvSpPr>
            <a:spLocks noGrp="1"/>
          </p:cNvSpPr>
          <p:nvPr>
            <p:ph type="sldNum" sz="quarter" idx="5"/>
          </p:nvPr>
        </p:nvSpPr>
        <p:spPr/>
        <p:txBody>
          <a:bodyPr/>
          <a:lstStyle/>
          <a:p>
            <a:fld id="{71D62535-C1B0-4DD1-AC38-FE796B58AFEC}" type="slidenum">
              <a:rPr lang="en-US" smtClean="0"/>
              <a:t>9</a:t>
            </a:fld>
            <a:endParaRPr lang="en-US"/>
          </a:p>
        </p:txBody>
      </p:sp>
    </p:spTree>
    <p:extLst>
      <p:ext uri="{BB962C8B-B14F-4D97-AF65-F5344CB8AC3E}">
        <p14:creationId xmlns:p14="http://schemas.microsoft.com/office/powerpoint/2010/main" val="3842463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of the main advantages of implementing SQA processes and quality management models is improved software quality and consistency. When teams follow defined processes, standards, and review procedures, defects are identified earlier and deliverables become more reliable. This also improves customer satisfaction because users experience fewer errors and more stable releases.</a:t>
            </a:r>
          </a:p>
          <a:p>
            <a:endParaRPr lang="en-US" dirty="0"/>
          </a:p>
          <a:p>
            <a:r>
              <a:rPr lang="en-US" dirty="0"/>
              <a:t>	Another important benefit is long term cost reduction. While SQA may require upfront investment, preventing defects early in the SDLC reduces expensive rework, post release fixes, and support costs. Higher quality products also reduce downtime and maintenance efforts over time.</a:t>
            </a:r>
          </a:p>
          <a:p>
            <a:endParaRPr lang="en-US" dirty="0"/>
          </a:p>
          <a:p>
            <a:r>
              <a:rPr lang="en-US" dirty="0"/>
              <a:t>	However, there are disadvantages to consider. SQA can introduce additional overhead, including documentation requirements, training time, and the need for specialized roles or consultants. Organizations may also experience a culture shift, especially when teams are not used to structured processes and audits. This adjustment period can temporarily slow productivity.</a:t>
            </a:r>
          </a:p>
          <a:p>
            <a:endParaRPr lang="en-US" dirty="0"/>
          </a:p>
          <a:p>
            <a:r>
              <a:rPr lang="en-US" dirty="0"/>
              <a:t>	SQA models make the most sense for large, complex, or high risk systems. Projects involving safety critical software, medical systems, financial platforms, or large enterprise applications benefit the most from formal quality management practices because reliability and accuracy are essential.</a:t>
            </a:r>
          </a:p>
        </p:txBody>
      </p:sp>
      <p:sp>
        <p:nvSpPr>
          <p:cNvPr id="4" name="Slide Number Placeholder 3"/>
          <p:cNvSpPr>
            <a:spLocks noGrp="1"/>
          </p:cNvSpPr>
          <p:nvPr>
            <p:ph type="sldNum" sz="quarter" idx="5"/>
          </p:nvPr>
        </p:nvSpPr>
        <p:spPr/>
        <p:txBody>
          <a:bodyPr/>
          <a:lstStyle/>
          <a:p>
            <a:fld id="{71D62535-C1B0-4DD1-AC38-FE796B58AFEC}" type="slidenum">
              <a:rPr lang="en-US" smtClean="0"/>
              <a:t>10</a:t>
            </a:fld>
            <a:endParaRPr lang="en-US"/>
          </a:p>
        </p:txBody>
      </p:sp>
    </p:spTree>
    <p:extLst>
      <p:ext uri="{BB962C8B-B14F-4D97-AF65-F5344CB8AC3E}">
        <p14:creationId xmlns:p14="http://schemas.microsoft.com/office/powerpoint/2010/main" val="4024615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19D1A-4DB5-E886-5860-90469B5409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F2FF5C-82DC-BAD4-8932-8CF91744A8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6FC682-671E-6BF8-950E-8453D91106F9}"/>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5" name="Footer Placeholder 4">
            <a:extLst>
              <a:ext uri="{FF2B5EF4-FFF2-40B4-BE49-F238E27FC236}">
                <a16:creationId xmlns:a16="http://schemas.microsoft.com/office/drawing/2014/main" id="{F24F1BC8-B876-6B6A-8C36-E244F2B0DA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A0BACD-71B6-9684-41BB-D18CCD99F38F}"/>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3421770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AC5DB-B6D4-9EAF-F52B-0856F71FD0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459A72-B29B-495C-522B-7C17FBB31A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26C426-37C1-C29D-23C7-9D864B60073F}"/>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5" name="Footer Placeholder 4">
            <a:extLst>
              <a:ext uri="{FF2B5EF4-FFF2-40B4-BE49-F238E27FC236}">
                <a16:creationId xmlns:a16="http://schemas.microsoft.com/office/drawing/2014/main" id="{2A203A51-2070-F3EF-F491-C06F4D4028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763108-F7E9-5FA0-0FA5-4B8D5FEE04C8}"/>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393883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0131C-8927-7AE8-622B-D7842B9F65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E1F186-873F-C062-7171-9CEE8799E9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1200F4-14CE-7A3F-34A5-530F17347594}"/>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5" name="Footer Placeholder 4">
            <a:extLst>
              <a:ext uri="{FF2B5EF4-FFF2-40B4-BE49-F238E27FC236}">
                <a16:creationId xmlns:a16="http://schemas.microsoft.com/office/drawing/2014/main" id="{587A6CCF-EA38-85B6-2B75-A89EBD4370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F98B7F-B806-1874-A097-201580B8E97E}"/>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616977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5179-986F-1353-BB06-F298C6B36C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1D841E-A305-A81C-909E-18DB12AD6F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F39DD5-0777-75E4-A3ED-51AC095801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0B01C5-1966-BB4E-9EF3-4529BDCF9847}"/>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6" name="Footer Placeholder 5">
            <a:extLst>
              <a:ext uri="{FF2B5EF4-FFF2-40B4-BE49-F238E27FC236}">
                <a16:creationId xmlns:a16="http://schemas.microsoft.com/office/drawing/2014/main" id="{DCDA9EB9-5318-D226-C3C1-503874EA78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8BA174-51C4-0CA7-B3B3-26BFD03BB655}"/>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719015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6F2F1-3548-86B8-3281-DB57177121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7DCAEC-B7BA-CE4A-EBBA-E470158EBE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8ADC6E-4C90-2416-8C2B-7BB399553A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21CC68-1E7A-2836-9B6B-751BD6E016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619952-943C-D2C6-BD76-87473E7F34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25626B-5CC8-57C5-6F67-1568ED7B1C3F}"/>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8" name="Footer Placeholder 7">
            <a:extLst>
              <a:ext uri="{FF2B5EF4-FFF2-40B4-BE49-F238E27FC236}">
                <a16:creationId xmlns:a16="http://schemas.microsoft.com/office/drawing/2014/main" id="{7B6D4EA2-87B4-3724-07CB-AA057400D3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21C4BC-69FE-8DDF-B35F-81CC703EC3CD}"/>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2359774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35F65-A1D0-1838-45E1-2CDA0C1DD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CB9A6F-0FF6-BA22-DA5C-64A9C407C859}"/>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4" name="Footer Placeholder 3">
            <a:extLst>
              <a:ext uri="{FF2B5EF4-FFF2-40B4-BE49-F238E27FC236}">
                <a16:creationId xmlns:a16="http://schemas.microsoft.com/office/drawing/2014/main" id="{03E34185-6045-8032-D7AF-784E61F3B3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11C9FE-0BE2-DF92-00D1-4CB1D22F3D0E}"/>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2658186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1933BD-6809-67B9-5A15-9F434B269ABC}"/>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3" name="Footer Placeholder 2">
            <a:extLst>
              <a:ext uri="{FF2B5EF4-FFF2-40B4-BE49-F238E27FC236}">
                <a16:creationId xmlns:a16="http://schemas.microsoft.com/office/drawing/2014/main" id="{DE8B9534-9855-4F6D-6CCA-666D7D1136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529DE7-6B72-3CB6-4207-BA2CBB1FF64B}"/>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4272984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F717D-EB76-B903-ABFE-ED0BCD7C29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E7F650A-7D9F-B9CA-9B52-D529A6D800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F7D3BC-F3DB-3322-247D-28A7A4F088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7C9851-0A6A-F506-2EB4-6C4586073688}"/>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6" name="Footer Placeholder 5">
            <a:extLst>
              <a:ext uri="{FF2B5EF4-FFF2-40B4-BE49-F238E27FC236}">
                <a16:creationId xmlns:a16="http://schemas.microsoft.com/office/drawing/2014/main" id="{00EC55E5-E89D-009B-6A0E-7583F51D7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625A68-E3FC-F22F-5B8E-2E89DABFF219}"/>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1965750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E9CBC-020B-6B5F-BDD6-2DB8FD5A1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7D0116-7D90-0A4C-98AE-355A529EDF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0CBBDAA-1C0B-931A-5643-1C18A62E40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F15C3C-DF67-DBFD-4A14-01D73BCD50A4}"/>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6" name="Footer Placeholder 5">
            <a:extLst>
              <a:ext uri="{FF2B5EF4-FFF2-40B4-BE49-F238E27FC236}">
                <a16:creationId xmlns:a16="http://schemas.microsoft.com/office/drawing/2014/main" id="{7F7D8981-F4CF-A427-ACA9-93A1B4AEF5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E5DC3C-F2BE-E890-CA2B-9D3596459EA5}"/>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3194119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2C610-D538-9843-A464-77BF059CFE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B3BDDF-CDC3-29B5-D272-3C7AAD9C2A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01A8C2-A757-05FD-8E36-F7DB83CA198C}"/>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5" name="Footer Placeholder 4">
            <a:extLst>
              <a:ext uri="{FF2B5EF4-FFF2-40B4-BE49-F238E27FC236}">
                <a16:creationId xmlns:a16="http://schemas.microsoft.com/office/drawing/2014/main" id="{25D2A7CF-8A33-09A2-8AEF-E52300E0DC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FBE68B-FD15-7DF9-C564-D6A788E7804B}"/>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1530570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37A120-3AF1-4A64-2893-831D808B74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42248E-5BBB-BFF8-A52C-EEE8A52DAC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78FE72-DBFA-1905-E90F-26299393CD5E}"/>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5" name="Footer Placeholder 4">
            <a:extLst>
              <a:ext uri="{FF2B5EF4-FFF2-40B4-BE49-F238E27FC236}">
                <a16:creationId xmlns:a16="http://schemas.microsoft.com/office/drawing/2014/main" id="{9AE1E609-8AD5-41B9-D357-64E6D968C6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7D8598-20D4-258A-C400-DD59FD4A61BD}"/>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252625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438D0-E94D-2AD4-5F7B-8458263B8537}"/>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03ADFD83-C56E-82B7-4BE1-88B4A855CC96}"/>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4A9C86-89E8-0746-9264-E05B657A62C9}"/>
              </a:ext>
            </a:extLst>
          </p:cNvPr>
          <p:cNvSpPr>
            <a:spLocks noGrp="1"/>
          </p:cNvSpPr>
          <p:nvPr>
            <p:ph type="dt" sz="half" idx="10"/>
          </p:nvPr>
        </p:nvSpPr>
        <p:spPr/>
        <p:txBody>
          <a:bodyPr/>
          <a:lstStyle/>
          <a:p>
            <a:fld id="{BA199035-1153-46B6-B27C-81FF845E0206}" type="datetimeFigureOut">
              <a:rPr lang="en-US" smtClean="0"/>
              <a:t>1/25/2026</a:t>
            </a:fld>
            <a:endParaRPr lang="en-US"/>
          </a:p>
        </p:txBody>
      </p:sp>
      <p:sp>
        <p:nvSpPr>
          <p:cNvPr id="5" name="Footer Placeholder 4">
            <a:extLst>
              <a:ext uri="{FF2B5EF4-FFF2-40B4-BE49-F238E27FC236}">
                <a16:creationId xmlns:a16="http://schemas.microsoft.com/office/drawing/2014/main" id="{3481656C-D06F-883F-0DB8-2EA5A62A21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1007B6-43DC-1298-93D6-EED5ED773606}"/>
              </a:ext>
            </a:extLst>
          </p:cNvPr>
          <p:cNvSpPr>
            <a:spLocks noGrp="1"/>
          </p:cNvSpPr>
          <p:nvPr>
            <p:ph type="sldNum" sz="quarter" idx="12"/>
          </p:nvPr>
        </p:nvSpPr>
        <p:spPr/>
        <p:txBody>
          <a:bodyPr/>
          <a:lstStyle/>
          <a:p>
            <a:fld id="{617CE235-B137-4836-9675-9E3991F2A442}" type="slidenum">
              <a:rPr lang="en-US" smtClean="0"/>
              <a:t>‹#›</a:t>
            </a:fld>
            <a:endParaRPr lang="en-US"/>
          </a:p>
        </p:txBody>
      </p:sp>
    </p:spTree>
    <p:extLst>
      <p:ext uri="{BB962C8B-B14F-4D97-AF65-F5344CB8AC3E}">
        <p14:creationId xmlns:p14="http://schemas.microsoft.com/office/powerpoint/2010/main" val="1226403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74B26F-0C8C-E543-13C1-4A39737AA2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79E5E2-CA1A-10B0-0429-E806815C5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EBC298-7DD1-12F6-4C8A-74BE97F106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199035-1153-46B6-B27C-81FF845E0206}" type="datetimeFigureOut">
              <a:rPr lang="en-US" smtClean="0"/>
              <a:t>1/25/2026</a:t>
            </a:fld>
            <a:endParaRPr lang="en-US"/>
          </a:p>
        </p:txBody>
      </p:sp>
      <p:sp>
        <p:nvSpPr>
          <p:cNvPr id="5" name="Footer Placeholder 4">
            <a:extLst>
              <a:ext uri="{FF2B5EF4-FFF2-40B4-BE49-F238E27FC236}">
                <a16:creationId xmlns:a16="http://schemas.microsoft.com/office/drawing/2014/main" id="{2117B8C5-2E68-742A-69AD-FB123958A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B0757C-BBAE-D4BE-E513-031F01FA1C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7CE235-B137-4836-9675-9E3991F2A442}" type="slidenum">
              <a:rPr lang="en-US" smtClean="0"/>
              <a:t>‹#›</a:t>
            </a:fld>
            <a:endParaRPr lang="en-US"/>
          </a:p>
        </p:txBody>
      </p:sp>
    </p:spTree>
    <p:extLst>
      <p:ext uri="{BB962C8B-B14F-4D97-AF65-F5344CB8AC3E}">
        <p14:creationId xmlns:p14="http://schemas.microsoft.com/office/powerpoint/2010/main" val="4034023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QA Process Improvement">
            <a:extLst>
              <a:ext uri="{FF2B5EF4-FFF2-40B4-BE49-F238E27FC236}">
                <a16:creationId xmlns:a16="http://schemas.microsoft.com/office/drawing/2014/main" id="{A506B746-FE01-FA2D-3D95-94F105CF82A6}"/>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t="9662" r="2" b="1578"/>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E6BBAC2-62E9-2623-2286-7BC2F70DE69E}"/>
              </a:ext>
            </a:extLst>
          </p:cNvPr>
          <p:cNvSpPr>
            <a:spLocks noGrp="1"/>
          </p:cNvSpPr>
          <p:nvPr>
            <p:ph type="ctrTitle"/>
          </p:nvPr>
        </p:nvSpPr>
        <p:spPr>
          <a:xfrm>
            <a:off x="1524000" y="1122362"/>
            <a:ext cx="9144000" cy="2900518"/>
          </a:xfrm>
        </p:spPr>
        <p:txBody>
          <a:bodyPr>
            <a:normAutofit/>
          </a:bodyPr>
          <a:lstStyle/>
          <a:p>
            <a:r>
              <a:rPr lang="en-US" b="1" dirty="0">
                <a:ln w="9525">
                  <a:solidFill>
                    <a:schemeClr val="bg1"/>
                  </a:solidFill>
                  <a:prstDash val="solid"/>
                </a:ln>
                <a:effectLst>
                  <a:outerShdw blurRad="12700" dist="38100" dir="2700000" algn="tl" rotWithShape="0">
                    <a:schemeClr val="accent5">
                      <a:lumMod val="60000"/>
                      <a:lumOff val="40000"/>
                    </a:schemeClr>
                  </a:outerShdw>
                </a:effectLst>
              </a:rPr>
              <a:t>Software Quality Assurance Processes and Activities</a:t>
            </a:r>
          </a:p>
        </p:txBody>
      </p:sp>
      <p:sp>
        <p:nvSpPr>
          <p:cNvPr id="3" name="Subtitle 2">
            <a:extLst>
              <a:ext uri="{FF2B5EF4-FFF2-40B4-BE49-F238E27FC236}">
                <a16:creationId xmlns:a16="http://schemas.microsoft.com/office/drawing/2014/main" id="{0A29DCAC-C65B-97D7-7FFA-4B34D7E2F5AD}"/>
              </a:ext>
            </a:extLst>
          </p:cNvPr>
          <p:cNvSpPr>
            <a:spLocks noGrp="1"/>
          </p:cNvSpPr>
          <p:nvPr>
            <p:ph type="subTitle" idx="1"/>
          </p:nvPr>
        </p:nvSpPr>
        <p:spPr>
          <a:xfrm>
            <a:off x="1524000" y="4159404"/>
            <a:ext cx="9144000" cy="1098395"/>
          </a:xfrm>
        </p:spPr>
        <p:txBody>
          <a:bodyPr>
            <a:normAutofit/>
          </a:bodyPr>
          <a:lstStyle/>
          <a:p>
            <a:endParaRPr lang="en-US" sz="1700" dirty="0">
              <a:solidFill>
                <a:srgbClr val="FFFFFF"/>
              </a:solidFill>
            </a:endParaRPr>
          </a:p>
          <a:p>
            <a:r>
              <a:rPr lang="en-US" sz="1700" b="1" dirty="0">
                <a:ln w="9525">
                  <a:solidFill>
                    <a:schemeClr val="bg1"/>
                  </a:solidFill>
                  <a:prstDash val="solid"/>
                </a:ln>
                <a:effectLst>
                  <a:outerShdw blurRad="12700" dist="38100" dir="2700000" algn="tl" rotWithShape="0">
                    <a:schemeClr val="accent5">
                      <a:lumMod val="60000"/>
                      <a:lumOff val="40000"/>
                    </a:schemeClr>
                  </a:outerShdw>
                </a:effectLst>
              </a:rPr>
              <a:t>Kevin McMahon</a:t>
            </a:r>
          </a:p>
          <a:p>
            <a:r>
              <a:rPr lang="en-US" sz="1700" b="1" dirty="0">
                <a:ln w="9525">
                  <a:solidFill>
                    <a:schemeClr val="bg1"/>
                  </a:solidFill>
                  <a:prstDash val="solid"/>
                </a:ln>
                <a:effectLst>
                  <a:outerShdw blurRad="12700" dist="38100" dir="2700000" algn="tl" rotWithShape="0">
                    <a:schemeClr val="accent5">
                      <a:lumMod val="60000"/>
                      <a:lumOff val="40000"/>
                    </a:schemeClr>
                  </a:outerShdw>
                </a:effectLst>
              </a:rPr>
              <a:t>QA Team Lead</a:t>
            </a:r>
          </a:p>
        </p:txBody>
      </p:sp>
    </p:spTree>
    <p:extLst>
      <p:ext uri="{BB962C8B-B14F-4D97-AF65-F5344CB8AC3E}">
        <p14:creationId xmlns:p14="http://schemas.microsoft.com/office/powerpoint/2010/main" val="422959858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4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16E973-6632-A9BB-591C-72EB761B8DE6}"/>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4600"/>
              <a:t>Software Quality Assurance (SQA)</a:t>
            </a:r>
          </a:p>
        </p:txBody>
      </p:sp>
      <p:sp>
        <p:nvSpPr>
          <p:cNvPr id="205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E1E01B9E-2098-0881-6B77-9AC39FD2B798}"/>
              </a:ext>
            </a:extLst>
          </p:cNvPr>
          <p:cNvSpPr>
            <a:spLocks noGrp="1"/>
          </p:cNvSpPr>
          <p:nvPr>
            <p:ph type="body" idx="1"/>
          </p:nvPr>
        </p:nvSpPr>
        <p:spPr>
          <a:xfrm>
            <a:off x="640080" y="2872899"/>
            <a:ext cx="4243589" cy="3320668"/>
          </a:xfrm>
        </p:spPr>
        <p:txBody>
          <a:bodyPr vert="horz" lIns="91440" tIns="45720" rIns="91440" bIns="45720" rtlCol="0">
            <a:normAutofit/>
          </a:bodyPr>
          <a:lstStyle/>
          <a:p>
            <a:r>
              <a:rPr lang="en-US" sz="2200" dirty="0"/>
              <a:t>Definition and purpose</a:t>
            </a:r>
          </a:p>
          <a:p>
            <a:r>
              <a:rPr lang="en-US" sz="2200" dirty="0"/>
              <a:t>Quality across the SDLC</a:t>
            </a:r>
          </a:p>
          <a:p>
            <a:r>
              <a:rPr lang="en-US" sz="2200" dirty="0"/>
              <a:t>Standards and compliance mindset</a:t>
            </a:r>
          </a:p>
          <a:p>
            <a:r>
              <a:rPr lang="en-US" sz="2200" dirty="0"/>
              <a:t>From best practices to process</a:t>
            </a:r>
          </a:p>
        </p:txBody>
      </p:sp>
      <p:pic>
        <p:nvPicPr>
          <p:cNvPr id="2050" name="Picture 2" descr="Software Quality Assurance">
            <a:extLst>
              <a:ext uri="{FF2B5EF4-FFF2-40B4-BE49-F238E27FC236}">
                <a16:creationId xmlns:a16="http://schemas.microsoft.com/office/drawing/2014/main" id="{A93A1525-6A43-3103-7F95-E13A304EC6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7341"/>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429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5C9AC9-C564-A5D5-6B90-8F8E95828DC8}"/>
              </a:ext>
            </a:extLst>
          </p:cNvPr>
          <p:cNvSpPr>
            <a:spLocks noGrp="1"/>
          </p:cNvSpPr>
          <p:nvPr>
            <p:ph type="title"/>
          </p:nvPr>
        </p:nvSpPr>
        <p:spPr>
          <a:xfrm>
            <a:off x="630936" y="502920"/>
            <a:ext cx="3419856" cy="1463040"/>
          </a:xfrm>
        </p:spPr>
        <p:txBody>
          <a:bodyPr vert="horz" lIns="91440" tIns="45720" rIns="91440" bIns="45720" rtlCol="0" anchor="ctr">
            <a:normAutofit/>
          </a:bodyPr>
          <a:lstStyle/>
          <a:p>
            <a:r>
              <a:rPr lang="en-US" sz="4800" kern="1200">
                <a:solidFill>
                  <a:schemeClr val="tx1"/>
                </a:solidFill>
                <a:latin typeface="+mj-lt"/>
                <a:ea typeface="+mj-ea"/>
                <a:cs typeface="+mj-cs"/>
              </a:rPr>
              <a:t>Intent of SQA</a:t>
            </a:r>
          </a:p>
        </p:txBody>
      </p:sp>
      <p:sp>
        <p:nvSpPr>
          <p:cNvPr id="15"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64ADE4AB-25F3-916B-F99B-41BBDC115911}"/>
              </a:ext>
            </a:extLst>
          </p:cNvPr>
          <p:cNvSpPr>
            <a:spLocks noGrp="1"/>
          </p:cNvSpPr>
          <p:nvPr>
            <p:ph type="body" idx="1"/>
          </p:nvPr>
        </p:nvSpPr>
        <p:spPr>
          <a:xfrm>
            <a:off x="4654295" y="502920"/>
            <a:ext cx="6894576" cy="1463040"/>
          </a:xfrm>
        </p:spPr>
        <p:txBody>
          <a:bodyPr vert="horz" lIns="91440" tIns="45720" rIns="91440" bIns="45720" rtlCol="0" anchor="ctr">
            <a:normAutofit/>
          </a:bodyPr>
          <a:lstStyle/>
          <a:p>
            <a:r>
              <a:rPr lang="en-US" sz="1700"/>
              <a:t>Maintain quality end-to-end</a:t>
            </a:r>
          </a:p>
          <a:p>
            <a:r>
              <a:rPr lang="en-US" sz="1700"/>
              <a:t>Define how work is done</a:t>
            </a:r>
          </a:p>
          <a:p>
            <a:r>
              <a:rPr lang="en-US" sz="1700"/>
              <a:t>Make outputs reviewable/testable</a:t>
            </a:r>
          </a:p>
          <a:p>
            <a:r>
              <a:rPr lang="en-US" sz="1700"/>
              <a:t>Support auditing and improvement</a:t>
            </a:r>
          </a:p>
        </p:txBody>
      </p:sp>
      <p:pic>
        <p:nvPicPr>
          <p:cNvPr id="5" name="Picture 4">
            <a:extLst>
              <a:ext uri="{FF2B5EF4-FFF2-40B4-BE49-F238E27FC236}">
                <a16:creationId xmlns:a16="http://schemas.microsoft.com/office/drawing/2014/main" id="{FE08CB99-9CE0-D6C9-E9B7-8C289418F170}"/>
              </a:ext>
            </a:extLst>
          </p:cNvPr>
          <p:cNvPicPr>
            <a:picLocks noChangeAspect="1"/>
          </p:cNvPicPr>
          <p:nvPr/>
        </p:nvPicPr>
        <p:blipFill>
          <a:blip r:embed="rId3"/>
          <a:stretch>
            <a:fillRect/>
          </a:stretch>
        </p:blipFill>
        <p:spPr>
          <a:xfrm>
            <a:off x="880230" y="2290936"/>
            <a:ext cx="10419348" cy="3959352"/>
          </a:xfrm>
          <a:prstGeom prst="rect">
            <a:avLst/>
          </a:prstGeom>
        </p:spPr>
      </p:pic>
    </p:spTree>
    <p:extLst>
      <p:ext uri="{BB962C8B-B14F-4D97-AF65-F5344CB8AC3E}">
        <p14:creationId xmlns:p14="http://schemas.microsoft.com/office/powerpoint/2010/main" val="3336358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3415D0-E731-067A-124A-C211C77991BD}"/>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4200" kern="1200">
                <a:solidFill>
                  <a:schemeClr val="tx1"/>
                </a:solidFill>
                <a:latin typeface="+mj-lt"/>
                <a:ea typeface="+mj-ea"/>
                <a:cs typeface="+mj-cs"/>
              </a:rPr>
              <a:t>SQA Activities Overview</a:t>
            </a:r>
          </a:p>
        </p:txBody>
      </p:sp>
      <p:sp>
        <p:nvSpPr>
          <p:cNvPr id="13"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Diagram 6">
            <a:extLst>
              <a:ext uri="{FF2B5EF4-FFF2-40B4-BE49-F238E27FC236}">
                <a16:creationId xmlns:a16="http://schemas.microsoft.com/office/drawing/2014/main" id="{EEEB1B8E-A591-A484-5E14-479F6A708517}"/>
              </a:ext>
            </a:extLst>
          </p:cNvPr>
          <p:cNvGraphicFramePr/>
          <p:nvPr>
            <p:extLst>
              <p:ext uri="{D42A27DB-BD31-4B8C-83A1-F6EECF244321}">
                <p14:modId xmlns:p14="http://schemas.microsoft.com/office/powerpoint/2010/main" val="929159232"/>
              </p:ext>
            </p:extLst>
          </p:nvPr>
        </p:nvGraphicFramePr>
        <p:xfrm>
          <a:off x="630936" y="2807208"/>
          <a:ext cx="3429000" cy="34107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107E6A24-7AC8-CB63-4616-E30E89972E3B}"/>
              </a:ext>
            </a:extLst>
          </p:cNvPr>
          <p:cNvPicPr>
            <a:picLocks noChangeAspect="1"/>
          </p:cNvPicPr>
          <p:nvPr/>
        </p:nvPicPr>
        <p:blipFill>
          <a:blip r:embed="rId8"/>
          <a:stretch>
            <a:fillRect/>
          </a:stretch>
        </p:blipFill>
        <p:spPr>
          <a:xfrm>
            <a:off x="4654296" y="1228439"/>
            <a:ext cx="6903720" cy="4401121"/>
          </a:xfrm>
          <a:prstGeom prst="rect">
            <a:avLst/>
          </a:prstGeom>
        </p:spPr>
      </p:pic>
    </p:spTree>
    <p:extLst>
      <p:ext uri="{BB962C8B-B14F-4D97-AF65-F5344CB8AC3E}">
        <p14:creationId xmlns:p14="http://schemas.microsoft.com/office/powerpoint/2010/main" val="3767910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642421-96F5-4DF0-8EA3-37A0B16E3143}"/>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Activity 1: Process Definition</a:t>
            </a:r>
          </a:p>
        </p:txBody>
      </p:sp>
      <p:graphicFrame>
        <p:nvGraphicFramePr>
          <p:cNvPr id="6" name="Text Placeholder 2">
            <a:extLst>
              <a:ext uri="{FF2B5EF4-FFF2-40B4-BE49-F238E27FC236}">
                <a16:creationId xmlns:a16="http://schemas.microsoft.com/office/drawing/2014/main" id="{0E118B1C-91D7-898A-7873-CB965746D254}"/>
              </a:ext>
            </a:extLst>
          </p:cNvPr>
          <p:cNvGraphicFramePr/>
          <p:nvPr>
            <p:extLst>
              <p:ext uri="{D42A27DB-BD31-4B8C-83A1-F6EECF244321}">
                <p14:modId xmlns:p14="http://schemas.microsoft.com/office/powerpoint/2010/main" val="223965990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C4A9554B-DF73-2798-7EE1-00B8F1DD8BEC}"/>
              </a:ext>
            </a:extLst>
          </p:cNvPr>
          <p:cNvSpPr txBox="1"/>
          <p:nvPr/>
        </p:nvSpPr>
        <p:spPr>
          <a:xfrm>
            <a:off x="114976" y="1689596"/>
            <a:ext cx="6095098" cy="646331"/>
          </a:xfrm>
          <a:prstGeom prst="rect">
            <a:avLst/>
          </a:prstGeom>
          <a:noFill/>
        </p:spPr>
        <p:txBody>
          <a:bodyPr wrap="square">
            <a:spAutoFit/>
          </a:bodyPr>
          <a:lstStyle/>
          <a:p>
            <a:r>
              <a:rPr lang="en-US" b="1" dirty="0"/>
              <a:t>Examples: </a:t>
            </a:r>
            <a:r>
              <a:rPr lang="en-US" dirty="0"/>
              <a:t>Standard test case template,</a:t>
            </a:r>
          </a:p>
          <a:p>
            <a:r>
              <a:rPr lang="en-US" dirty="0"/>
              <a:t> Code review Checklists</a:t>
            </a:r>
          </a:p>
        </p:txBody>
      </p:sp>
    </p:spTree>
    <p:extLst>
      <p:ext uri="{BB962C8B-B14F-4D97-AF65-F5344CB8AC3E}">
        <p14:creationId xmlns:p14="http://schemas.microsoft.com/office/powerpoint/2010/main" val="1923087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8F73BAF-4CF6-C24C-E75D-BD3759CB730B}"/>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Activity 2: Process Training</a:t>
            </a:r>
          </a:p>
        </p:txBody>
      </p:sp>
      <p:graphicFrame>
        <p:nvGraphicFramePr>
          <p:cNvPr id="4" name="Diagram 3">
            <a:extLst>
              <a:ext uri="{FF2B5EF4-FFF2-40B4-BE49-F238E27FC236}">
                <a16:creationId xmlns:a16="http://schemas.microsoft.com/office/drawing/2014/main" id="{845A6E42-8F67-08B8-1F22-96B5E3D277F5}"/>
              </a:ext>
            </a:extLst>
          </p:cNvPr>
          <p:cNvGraphicFramePr/>
          <p:nvPr>
            <p:extLst>
              <p:ext uri="{D42A27DB-BD31-4B8C-83A1-F6EECF244321}">
                <p14:modId xmlns:p14="http://schemas.microsoft.com/office/powerpoint/2010/main" val="397708354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F86AE0F-5ABE-9B60-74C2-C4F73EFB2835}"/>
              </a:ext>
            </a:extLst>
          </p:cNvPr>
          <p:cNvSpPr txBox="1"/>
          <p:nvPr/>
        </p:nvSpPr>
        <p:spPr>
          <a:xfrm>
            <a:off x="125798" y="1601654"/>
            <a:ext cx="6095098" cy="646331"/>
          </a:xfrm>
          <a:prstGeom prst="rect">
            <a:avLst/>
          </a:prstGeom>
          <a:noFill/>
        </p:spPr>
        <p:txBody>
          <a:bodyPr wrap="square">
            <a:spAutoFit/>
          </a:bodyPr>
          <a:lstStyle/>
          <a:p>
            <a:r>
              <a:rPr lang="en-US" b="1" dirty="0"/>
              <a:t>Examples: </a:t>
            </a:r>
            <a:r>
              <a:rPr lang="en-US" dirty="0"/>
              <a:t>QA Onboarding training session, Team</a:t>
            </a:r>
          </a:p>
          <a:p>
            <a:r>
              <a:rPr lang="en-US" dirty="0"/>
              <a:t>Workshop on testing standards.</a:t>
            </a:r>
          </a:p>
        </p:txBody>
      </p:sp>
    </p:spTree>
    <p:extLst>
      <p:ext uri="{BB962C8B-B14F-4D97-AF65-F5344CB8AC3E}">
        <p14:creationId xmlns:p14="http://schemas.microsoft.com/office/powerpoint/2010/main" val="2283466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D5F140-F665-2C5F-FC47-F13303F66D78}"/>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Activity 3: Process Implementation</a:t>
            </a:r>
          </a:p>
        </p:txBody>
      </p:sp>
      <p:graphicFrame>
        <p:nvGraphicFramePr>
          <p:cNvPr id="5" name="Text Placeholder 2">
            <a:extLst>
              <a:ext uri="{FF2B5EF4-FFF2-40B4-BE49-F238E27FC236}">
                <a16:creationId xmlns:a16="http://schemas.microsoft.com/office/drawing/2014/main" id="{89294D64-AABC-3F75-A15D-57DFB4DDED01}"/>
              </a:ext>
            </a:extLst>
          </p:cNvPr>
          <p:cNvGraphicFramePr/>
          <p:nvPr>
            <p:extLst>
              <p:ext uri="{D42A27DB-BD31-4B8C-83A1-F6EECF244321}">
                <p14:modId xmlns:p14="http://schemas.microsoft.com/office/powerpoint/2010/main" val="101709216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D8050271-428F-8B8F-759F-D6A3C9560846}"/>
              </a:ext>
            </a:extLst>
          </p:cNvPr>
          <p:cNvSpPr txBox="1"/>
          <p:nvPr/>
        </p:nvSpPr>
        <p:spPr>
          <a:xfrm>
            <a:off x="23941" y="1601654"/>
            <a:ext cx="6095098" cy="646331"/>
          </a:xfrm>
          <a:prstGeom prst="rect">
            <a:avLst/>
          </a:prstGeom>
          <a:noFill/>
        </p:spPr>
        <p:txBody>
          <a:bodyPr wrap="square">
            <a:spAutoFit/>
          </a:bodyPr>
          <a:lstStyle/>
          <a:p>
            <a:r>
              <a:rPr lang="en-US" b="1" dirty="0"/>
              <a:t>Examples: </a:t>
            </a:r>
            <a:r>
              <a:rPr lang="en-US" dirty="0"/>
              <a:t>Running code reviews during sprint, </a:t>
            </a:r>
          </a:p>
          <a:p>
            <a:r>
              <a:rPr lang="en-US" dirty="0"/>
              <a:t>Executing test plan during development</a:t>
            </a:r>
          </a:p>
        </p:txBody>
      </p:sp>
    </p:spTree>
    <p:extLst>
      <p:ext uri="{BB962C8B-B14F-4D97-AF65-F5344CB8AC3E}">
        <p14:creationId xmlns:p14="http://schemas.microsoft.com/office/powerpoint/2010/main" val="3029832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A84F79C-BDAF-4D04-564E-4C74890CEAB2}"/>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Activity 4: Process Audit</a:t>
            </a:r>
          </a:p>
        </p:txBody>
      </p:sp>
      <p:graphicFrame>
        <p:nvGraphicFramePr>
          <p:cNvPr id="5" name="Text Placeholder 2">
            <a:extLst>
              <a:ext uri="{FF2B5EF4-FFF2-40B4-BE49-F238E27FC236}">
                <a16:creationId xmlns:a16="http://schemas.microsoft.com/office/drawing/2014/main" id="{A022B356-66AB-7D5B-F801-C5C88A217CEF}"/>
              </a:ext>
            </a:extLst>
          </p:cNvPr>
          <p:cNvGraphicFramePr/>
          <p:nvPr>
            <p:extLst>
              <p:ext uri="{D42A27DB-BD31-4B8C-83A1-F6EECF244321}">
                <p14:modId xmlns:p14="http://schemas.microsoft.com/office/powerpoint/2010/main" val="68568082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C1A33C1D-B9A8-1178-9F1C-9AB4F7E98F8F}"/>
              </a:ext>
            </a:extLst>
          </p:cNvPr>
          <p:cNvSpPr txBox="1"/>
          <p:nvPr/>
        </p:nvSpPr>
        <p:spPr>
          <a:xfrm>
            <a:off x="-1" y="1601654"/>
            <a:ext cx="6095098" cy="646331"/>
          </a:xfrm>
          <a:prstGeom prst="rect">
            <a:avLst/>
          </a:prstGeom>
          <a:noFill/>
        </p:spPr>
        <p:txBody>
          <a:bodyPr wrap="square">
            <a:spAutoFit/>
          </a:bodyPr>
          <a:lstStyle/>
          <a:p>
            <a:r>
              <a:rPr lang="en-US" b="1" dirty="0"/>
              <a:t>Examples: </a:t>
            </a:r>
            <a:r>
              <a:rPr lang="en-US" dirty="0"/>
              <a:t>Post release quality audit report,</a:t>
            </a:r>
          </a:p>
          <a:p>
            <a:r>
              <a:rPr lang="en-US" dirty="0"/>
              <a:t>Process compliance checklist review.</a:t>
            </a:r>
          </a:p>
        </p:txBody>
      </p:sp>
    </p:spTree>
    <p:extLst>
      <p:ext uri="{BB962C8B-B14F-4D97-AF65-F5344CB8AC3E}">
        <p14:creationId xmlns:p14="http://schemas.microsoft.com/office/powerpoint/2010/main" val="1784569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tint">
            <a:extLst>
              <a:ext uri="{FF2B5EF4-FFF2-40B4-BE49-F238E27FC236}">
                <a16:creationId xmlns:a16="http://schemas.microsoft.com/office/drawing/2014/main" id="{BC84AE2F-44F4-4DB9-AA52-F1DF1D835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9D38F80-A0D0-4062-8B61-16440AC9D8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5999" cy="6858000"/>
          </a:xfrm>
          <a:prstGeom prst="rect">
            <a:avLst/>
          </a:prstGeom>
          <a:solidFill>
            <a:srgbClr val="FFFFFF"/>
          </a:solidFill>
          <a:ln>
            <a:noFill/>
          </a:ln>
          <a:effectLst>
            <a:outerShdw blurRad="635000" dist="254000" dir="546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90B6B893-A22E-3404-0752-819EE7049D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EE62D2-8649-38DF-1B4F-30722C709840}"/>
              </a:ext>
            </a:extLst>
          </p:cNvPr>
          <p:cNvSpPr>
            <a:spLocks noGrp="1"/>
          </p:cNvSpPr>
          <p:nvPr>
            <p:ph type="title"/>
          </p:nvPr>
        </p:nvSpPr>
        <p:spPr>
          <a:xfrm>
            <a:off x="758952" y="312347"/>
            <a:ext cx="10591989" cy="1089805"/>
          </a:xfrm>
        </p:spPr>
        <p:txBody>
          <a:bodyPr vert="horz" lIns="91440" tIns="45720" rIns="91440" bIns="45720" rtlCol="0" anchor="ctr">
            <a:normAutofit/>
          </a:bodyPr>
          <a:lstStyle/>
          <a:p>
            <a:r>
              <a:rPr lang="en-US" sz="4000"/>
              <a:t>Software Quality Management Models</a:t>
            </a:r>
          </a:p>
        </p:txBody>
      </p:sp>
      <p:pic>
        <p:nvPicPr>
          <p:cNvPr id="5" name="Picture 4">
            <a:extLst>
              <a:ext uri="{FF2B5EF4-FFF2-40B4-BE49-F238E27FC236}">
                <a16:creationId xmlns:a16="http://schemas.microsoft.com/office/drawing/2014/main" id="{0E4C8C47-8837-29F0-A907-6C4663082F21}"/>
              </a:ext>
            </a:extLst>
          </p:cNvPr>
          <p:cNvPicPr>
            <a:picLocks noChangeAspect="1"/>
          </p:cNvPicPr>
          <p:nvPr/>
        </p:nvPicPr>
        <p:blipFill>
          <a:blip r:embed="rId3"/>
          <a:stretch>
            <a:fillRect/>
          </a:stretch>
        </p:blipFill>
        <p:spPr>
          <a:xfrm>
            <a:off x="886157" y="2173958"/>
            <a:ext cx="4374445" cy="1874763"/>
          </a:xfrm>
          <a:prstGeom prst="rect">
            <a:avLst/>
          </a:prstGeom>
        </p:spPr>
      </p:pic>
      <p:pic>
        <p:nvPicPr>
          <p:cNvPr id="7" name="Picture 6">
            <a:extLst>
              <a:ext uri="{FF2B5EF4-FFF2-40B4-BE49-F238E27FC236}">
                <a16:creationId xmlns:a16="http://schemas.microsoft.com/office/drawing/2014/main" id="{3F01E82D-79DB-C803-39B5-1C682052FE2A}"/>
              </a:ext>
            </a:extLst>
          </p:cNvPr>
          <p:cNvPicPr>
            <a:picLocks noChangeAspect="1"/>
          </p:cNvPicPr>
          <p:nvPr/>
        </p:nvPicPr>
        <p:blipFill>
          <a:blip r:embed="rId4"/>
          <a:stretch>
            <a:fillRect/>
          </a:stretch>
        </p:blipFill>
        <p:spPr>
          <a:xfrm>
            <a:off x="889008" y="4321972"/>
            <a:ext cx="1863898" cy="1858164"/>
          </a:xfrm>
          <a:prstGeom prst="rect">
            <a:avLst/>
          </a:prstGeom>
        </p:spPr>
      </p:pic>
      <p:pic>
        <p:nvPicPr>
          <p:cNvPr id="9" name="Picture 8">
            <a:extLst>
              <a:ext uri="{FF2B5EF4-FFF2-40B4-BE49-F238E27FC236}">
                <a16:creationId xmlns:a16="http://schemas.microsoft.com/office/drawing/2014/main" id="{1305F41E-FAB8-9E6B-1C58-0E7309049F3B}"/>
              </a:ext>
            </a:extLst>
          </p:cNvPr>
          <p:cNvPicPr>
            <a:picLocks noChangeAspect="1"/>
          </p:cNvPicPr>
          <p:nvPr/>
        </p:nvPicPr>
        <p:blipFill>
          <a:blip r:embed="rId5"/>
          <a:stretch>
            <a:fillRect/>
          </a:stretch>
        </p:blipFill>
        <p:spPr>
          <a:xfrm>
            <a:off x="3194603" y="4438707"/>
            <a:ext cx="2192677" cy="1624694"/>
          </a:xfrm>
          <a:prstGeom prst="rect">
            <a:avLst/>
          </a:prstGeom>
        </p:spPr>
      </p:pic>
      <p:sp>
        <p:nvSpPr>
          <p:cNvPr id="3" name="Text Placeholder 2">
            <a:extLst>
              <a:ext uri="{FF2B5EF4-FFF2-40B4-BE49-F238E27FC236}">
                <a16:creationId xmlns:a16="http://schemas.microsoft.com/office/drawing/2014/main" id="{47DF5433-144D-8A64-BA87-93AB9890E329}"/>
              </a:ext>
            </a:extLst>
          </p:cNvPr>
          <p:cNvSpPr>
            <a:spLocks noGrp="1"/>
          </p:cNvSpPr>
          <p:nvPr>
            <p:ph type="body" idx="1"/>
          </p:nvPr>
        </p:nvSpPr>
        <p:spPr>
          <a:xfrm>
            <a:off x="6680578" y="2248619"/>
            <a:ext cx="4673222" cy="3991460"/>
          </a:xfrm>
        </p:spPr>
        <p:txBody>
          <a:bodyPr vert="horz" lIns="91440" tIns="45720" rIns="91440" bIns="45720" rtlCol="0" anchor="ctr">
            <a:normAutofit/>
          </a:bodyPr>
          <a:lstStyle/>
          <a:p>
            <a:r>
              <a:rPr lang="en-US" sz="2000"/>
              <a:t>Frameworks to guide SQA</a:t>
            </a:r>
          </a:p>
          <a:p>
            <a:r>
              <a:rPr lang="en-US" sz="2000"/>
              <a:t>CMMI maturity levels</a:t>
            </a:r>
          </a:p>
          <a:p>
            <a:r>
              <a:rPr lang="en-US" sz="2000"/>
              <a:t>ISO 9000 general standard</a:t>
            </a:r>
          </a:p>
          <a:p>
            <a:r>
              <a:rPr lang="en-US" sz="2000"/>
              <a:t>Six Sigma process improvement</a:t>
            </a:r>
          </a:p>
        </p:txBody>
      </p:sp>
    </p:spTree>
    <p:extLst>
      <p:ext uri="{BB962C8B-B14F-4D97-AF65-F5344CB8AC3E}">
        <p14:creationId xmlns:p14="http://schemas.microsoft.com/office/powerpoint/2010/main" val="2689353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B3B0F1-59B3-15D9-83D6-251562D12D4A}"/>
              </a:ext>
            </a:extLst>
          </p:cNvPr>
          <p:cNvSpPr>
            <a:spLocks noGrp="1"/>
          </p:cNvSpPr>
          <p:nvPr>
            <p:ph type="title"/>
          </p:nvPr>
        </p:nvSpPr>
        <p:spPr>
          <a:xfrm>
            <a:off x="1155557" y="4551036"/>
            <a:ext cx="4284420" cy="1687143"/>
          </a:xfrm>
        </p:spPr>
        <p:txBody>
          <a:bodyPr vert="horz" lIns="91440" tIns="45720" rIns="91440" bIns="45720" rtlCol="0" anchor="t">
            <a:normAutofit/>
          </a:bodyPr>
          <a:lstStyle/>
          <a:p>
            <a:r>
              <a:rPr lang="en-US" sz="3700">
                <a:solidFill>
                  <a:schemeClr val="bg1"/>
                </a:solidFill>
              </a:rPr>
              <a:t>Advantages, Disadvantages, and When It Makes Sense</a:t>
            </a:r>
          </a:p>
        </p:txBody>
      </p:sp>
      <p:sp>
        <p:nvSpPr>
          <p:cNvPr id="12" name="Rectangle 11">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F64AE27-8500-E788-7D17-831D18B438C2}"/>
              </a:ext>
            </a:extLst>
          </p:cNvPr>
          <p:cNvPicPr>
            <a:picLocks noChangeAspect="1"/>
          </p:cNvPicPr>
          <p:nvPr/>
        </p:nvPicPr>
        <p:blipFill>
          <a:blip r:embed="rId3"/>
          <a:srcRect t="14699" r="-2" b="7614"/>
          <a:stretch>
            <a:fillRect/>
          </a:stretch>
        </p:blipFill>
        <p:spPr>
          <a:xfrm>
            <a:off x="1155556" y="637762"/>
            <a:ext cx="9889765" cy="3579308"/>
          </a:xfrm>
          <a:prstGeom prst="rect">
            <a:avLst/>
          </a:prstGeom>
        </p:spPr>
      </p:pic>
      <p:sp>
        <p:nvSpPr>
          <p:cNvPr id="14" name="Rectangle 1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454411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55A114F9-A3CD-256F-2675-CE3DE619F1CC}"/>
              </a:ext>
            </a:extLst>
          </p:cNvPr>
          <p:cNvSpPr>
            <a:spLocks noGrp="1"/>
          </p:cNvSpPr>
          <p:nvPr>
            <p:ph type="body" idx="1"/>
          </p:nvPr>
        </p:nvSpPr>
        <p:spPr>
          <a:xfrm>
            <a:off x="6734649" y="4750698"/>
            <a:ext cx="4310672" cy="1463834"/>
          </a:xfrm>
        </p:spPr>
        <p:txBody>
          <a:bodyPr vert="horz" lIns="91440" tIns="45720" rIns="91440" bIns="45720" rtlCol="0">
            <a:normAutofit/>
          </a:bodyPr>
          <a:lstStyle/>
          <a:p>
            <a:r>
              <a:rPr lang="en-US" sz="1600"/>
              <a:t>Improves quality and consistency</a:t>
            </a:r>
          </a:p>
          <a:p>
            <a:r>
              <a:rPr lang="en-US" sz="1600"/>
              <a:t>Reduces long term cost</a:t>
            </a:r>
          </a:p>
          <a:p>
            <a:r>
              <a:rPr lang="en-US" sz="1600"/>
              <a:t>Overhead and culture shift risk</a:t>
            </a:r>
          </a:p>
          <a:p>
            <a:r>
              <a:rPr lang="en-US" sz="1600"/>
              <a:t>Best for large or high risk systems</a:t>
            </a:r>
          </a:p>
        </p:txBody>
      </p:sp>
    </p:spTree>
    <p:extLst>
      <p:ext uri="{BB962C8B-B14F-4D97-AF65-F5344CB8AC3E}">
        <p14:creationId xmlns:p14="http://schemas.microsoft.com/office/powerpoint/2010/main" val="4040830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1857</Words>
  <Application>Microsoft Office PowerPoint</Application>
  <PresentationFormat>Widescreen</PresentationFormat>
  <Paragraphs>109</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Software Quality Assurance Processes and Activities</vt:lpstr>
      <vt:lpstr>Software Quality Assurance (SQA)</vt:lpstr>
      <vt:lpstr>Intent of SQA</vt:lpstr>
      <vt:lpstr>SQA Activities Overview</vt:lpstr>
      <vt:lpstr>Activity 1: Process Definition</vt:lpstr>
      <vt:lpstr>Activity 2: Process Training</vt:lpstr>
      <vt:lpstr>Activity 3: Process Implementation</vt:lpstr>
      <vt:lpstr>Activity 4: Process Audit</vt:lpstr>
      <vt:lpstr>Software Quality Management Models</vt:lpstr>
      <vt:lpstr>Advantages, Disadvantages, and When It Makes Sense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McMahon</dc:creator>
  <cp:lastModifiedBy>Kevin McMahon</cp:lastModifiedBy>
  <cp:revision>6</cp:revision>
  <dcterms:created xsi:type="dcterms:W3CDTF">2026-01-26T01:40:22Z</dcterms:created>
  <dcterms:modified xsi:type="dcterms:W3CDTF">2026-01-26T02:37:30Z</dcterms:modified>
</cp:coreProperties>
</file>